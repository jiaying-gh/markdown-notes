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3"/>
  </p:notesMasterIdLst>
  <p:sldIdLst>
    <p:sldId id="267" r:id="rId3"/>
    <p:sldId id="264" r:id="rId4"/>
    <p:sldId id="260" r:id="rId5"/>
    <p:sldId id="265" r:id="rId6"/>
    <p:sldId id="324" r:id="rId7"/>
    <p:sldId id="299" r:id="rId8"/>
    <p:sldId id="266" r:id="rId9"/>
    <p:sldId id="269" r:id="rId10"/>
    <p:sldId id="300" r:id="rId11"/>
    <p:sldId id="323" r:id="rId12"/>
    <p:sldId id="301" r:id="rId13"/>
    <p:sldId id="302" r:id="rId14"/>
    <p:sldId id="286" r:id="rId15"/>
    <p:sldId id="304" r:id="rId16"/>
    <p:sldId id="303" r:id="rId17"/>
    <p:sldId id="305" r:id="rId18"/>
    <p:sldId id="306" r:id="rId19"/>
    <p:sldId id="307" r:id="rId20"/>
    <p:sldId id="309" r:id="rId21"/>
    <p:sldId id="310" r:id="rId22"/>
    <p:sldId id="287" r:id="rId23"/>
    <p:sldId id="296" r:id="rId24"/>
    <p:sldId id="291" r:id="rId25"/>
    <p:sldId id="289" r:id="rId26"/>
    <p:sldId id="290" r:id="rId27"/>
    <p:sldId id="311" r:id="rId28"/>
    <p:sldId id="292" r:id="rId29"/>
    <p:sldId id="319" r:id="rId30"/>
    <p:sldId id="318" r:id="rId31"/>
    <p:sldId id="313" r:id="rId32"/>
    <p:sldId id="314" r:id="rId33"/>
    <p:sldId id="317" r:id="rId34"/>
    <p:sldId id="312" r:id="rId35"/>
    <p:sldId id="293" r:id="rId36"/>
    <p:sldId id="288" r:id="rId37"/>
    <p:sldId id="308" r:id="rId38"/>
    <p:sldId id="320" r:id="rId39"/>
    <p:sldId id="321" r:id="rId40"/>
    <p:sldId id="322" r:id="rId41"/>
    <p:sldId id="258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 userDrawn="1">
          <p15:clr>
            <a:srgbClr val="A4A3A4"/>
          </p15:clr>
        </p15:guide>
        <p15:guide id="2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41E"/>
    <a:srgbClr val="0B308E"/>
    <a:srgbClr val="70AD47"/>
    <a:srgbClr val="6492D4"/>
    <a:srgbClr val="404040"/>
    <a:srgbClr val="455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70"/>
    <p:restoredTop sz="94719"/>
  </p:normalViewPr>
  <p:slideViewPr>
    <p:cSldViewPr snapToGrid="0">
      <p:cViewPr varScale="1">
        <p:scale>
          <a:sx n="110" d="100"/>
          <a:sy n="110" d="100"/>
        </p:scale>
        <p:origin x="690" y="108"/>
      </p:cViewPr>
      <p:guideLst>
        <p:guide orient="horz" pos="255"/>
        <p:guide pos="2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BC4D1-5B8C-45C5-B9E9-DC6832295E39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17EC4-0A7E-47E0-9FF6-097CD2B30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92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接口的本质</a:t>
            </a:r>
            <a:r>
              <a:rPr lang="zh-CN" altLang="en-US" dirty="0" smtClean="0"/>
              <a:t>意义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天线接口是为了传递天线和主机之间的数据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7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接口的本质</a:t>
            </a:r>
            <a:r>
              <a:rPr lang="zh-CN" altLang="en-US" dirty="0" smtClean="0"/>
              <a:t>意义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天线接口是为了传递天线和主机之间的数据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931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软件 </a:t>
            </a:r>
            <a:r>
              <a:rPr lang="en-US" altLang="zh-CN" dirty="0" smtClean="0"/>
              <a:t>API </a:t>
            </a:r>
            <a:r>
              <a:rPr lang="zh-CN" altLang="en-US" dirty="0" smtClean="0"/>
              <a:t>的作用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79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 </a:t>
            </a:r>
            <a:r>
              <a:rPr lang="en-US" altLang="zh-CN" dirty="0"/>
              <a:t>API </a:t>
            </a:r>
            <a:r>
              <a:rPr lang="zh-CN" altLang="en-US" dirty="0"/>
              <a:t>当作公司产品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25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2D92-19AA-283F-93AA-8B79F892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B2AAF1-73F0-AE71-BE30-347E967B4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08946A-BD2F-01C6-A2FB-F3C8F5A9B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https://docs.stripe.com/api/payment_methods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592A2B-C937-0893-FFDC-A5676F713D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33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引出调用、回调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00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https://docs.cloud.google.com/translate/docs/reference/rpc/google.cloud.translation.v3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07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https://docs.cloud.google.com/translate/docs/reference/rpc/google.cloud.translation.v3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23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https://docs.cloud.google.com/translate/docs/reference/rpc/google.cloud.translation.v3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317EC4-0A7E-47E0-9FF6-097CD2B3014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8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AE9F1A-95B4-6AC9-4B47-5935E06A3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26FBB8-B715-185D-0F5E-03FC8D25C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C9F81-2ED9-E380-97EA-ADC797EB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38EB04-E303-F35E-5CD0-5AAC9B8C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9E7CC-C5AD-2494-42EB-D966B194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326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422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C7D9D-9A68-876E-BD4B-DDBEC468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8F7BAD-132B-A22A-61AF-D890B2510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E9709-444D-B2F7-083C-ACEF994E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F71575-5B10-19CF-4D05-4D15425C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0DFAEB-05AE-D93A-97C1-ABA577C5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616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DE271-2F39-F0A0-4D05-E455FCA87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D38E5D-6717-449B-3BCA-FBB9FE79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9B7458-18FD-14A5-9B78-7333A6C4E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DD8F89-4A7D-FECF-B7BE-3F2008F8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7D448A-89CA-B098-9445-0F12EF4A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1B0F96-E68F-D357-B059-C5C1704C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535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BF05E-CD38-43E1-C288-B7665393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C42DED-0081-23AA-C037-0F94BAB70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44B9F3-3D39-9C58-0A74-BD0D6EA10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F1FD64-184A-838D-D325-B21CCE40C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F8F795-920A-D889-15F1-D72BF4D15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CE073C-E6F7-E3AB-5883-E61763AE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52F0CF-DA3F-8210-4935-AC57EEEE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02B59F-00EF-EF3D-48FB-EDF4874C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239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6E172E-41BA-F174-FF99-50C83FEBC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00" y="6136968"/>
            <a:ext cx="12193200" cy="721032"/>
          </a:xfrm>
          <a:prstGeom prst="rect">
            <a:avLst/>
          </a:prstGeom>
        </p:spPr>
      </p:pic>
      <p:grpSp>
        <p:nvGrpSpPr>
          <p:cNvPr id="7" name="图形 12">
            <a:extLst>
              <a:ext uri="{FF2B5EF4-FFF2-40B4-BE49-F238E27FC236}">
                <a16:creationId xmlns:a16="http://schemas.microsoft.com/office/drawing/2014/main" id="{1E6E911F-38F1-42B3-AAB8-57311022C81E}"/>
              </a:ext>
            </a:extLst>
          </p:cNvPr>
          <p:cNvGrpSpPr/>
          <p:nvPr userDrawn="1"/>
        </p:nvGrpSpPr>
        <p:grpSpPr>
          <a:xfrm>
            <a:off x="9871587" y="348191"/>
            <a:ext cx="1922258" cy="454302"/>
            <a:chOff x="1739537" y="98099"/>
            <a:chExt cx="7772367" cy="1836903"/>
          </a:xfrm>
        </p:grpSpPr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1FF87494-65BD-1CE3-B49E-C51C092D8D37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4F5D7A08-87FA-A7AA-66DC-CC3FFCCD16AF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50E9FEE1-E93A-F1E5-E543-3E55DCA60665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C63A48D9-4FC7-12B4-7763-ECF778419844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341E5E21-2A07-AD8F-3B28-E1CBFDE6C95C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797F1EB2-7BFE-7EFE-A850-707DBB310097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19BC152C-2577-764E-802F-9B05F4CFABCE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581C1DF-FC14-054E-3982-7B96D62B6852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C4558168-1DB0-7154-0109-DE39F8520D40}"/>
                </a:ext>
              </a:extLst>
            </p:cNvPr>
            <p:cNvSpPr/>
            <p:nvPr/>
          </p:nvSpPr>
          <p:spPr>
            <a:xfrm>
              <a:off x="8592880" y="782716"/>
              <a:ext cx="919023" cy="883398"/>
            </a:xfrm>
            <a:custGeom>
              <a:avLst/>
              <a:gdLst>
                <a:gd name="connsiteX0" fmla="*/ 422704 w 919023"/>
                <a:gd name="connsiteY0" fmla="*/ 775658 h 883398"/>
                <a:gd name="connsiteX1" fmla="*/ 234232 w 919023"/>
                <a:gd name="connsiteY1" fmla="*/ 640766 h 883398"/>
                <a:gd name="connsiteX2" fmla="*/ 234232 w 919023"/>
                <a:gd name="connsiteY2" fmla="*/ 311720 h 883398"/>
                <a:gd name="connsiteX3" fmla="*/ 19347 w 919023"/>
                <a:gd name="connsiteY3" fmla="*/ 311720 h 883398"/>
                <a:gd name="connsiteX4" fmla="*/ 19347 w 919023"/>
                <a:gd name="connsiteY4" fmla="*/ 421071 h 883398"/>
                <a:gd name="connsiteX5" fmla="*/ 121113 w 919023"/>
                <a:gd name="connsiteY5" fmla="*/ 421071 h 883398"/>
                <a:gd name="connsiteX6" fmla="*/ 121113 w 919023"/>
                <a:gd name="connsiteY6" fmla="*/ 677602 h 883398"/>
                <a:gd name="connsiteX7" fmla="*/ 0 w 919023"/>
                <a:gd name="connsiteY7" fmla="*/ 781042 h 883398"/>
                <a:gd name="connsiteX8" fmla="*/ 61803 w 919023"/>
                <a:gd name="connsiteY8" fmla="*/ 883399 h 883398"/>
                <a:gd name="connsiteX9" fmla="*/ 177711 w 919023"/>
                <a:gd name="connsiteY9" fmla="*/ 768129 h 883398"/>
                <a:gd name="connsiteX10" fmla="*/ 392519 w 919023"/>
                <a:gd name="connsiteY10" fmla="*/ 877128 h 883398"/>
                <a:gd name="connsiteX11" fmla="*/ 890096 w 919023"/>
                <a:gd name="connsiteY11" fmla="*/ 877128 h 883398"/>
                <a:gd name="connsiteX12" fmla="*/ 919024 w 919023"/>
                <a:gd name="connsiteY12" fmla="*/ 775658 h 883398"/>
                <a:gd name="connsiteX13" fmla="*/ 422704 w 919023"/>
                <a:gd name="connsiteY13" fmla="*/ 775658 h 883398"/>
                <a:gd name="connsiteX14" fmla="*/ 314595 w 919023"/>
                <a:gd name="connsiteY14" fmla="*/ 590206 h 883398"/>
                <a:gd name="connsiteX15" fmla="*/ 315830 w 919023"/>
                <a:gd name="connsiteY15" fmla="*/ 705202 h 883398"/>
                <a:gd name="connsiteX16" fmla="*/ 593328 w 919023"/>
                <a:gd name="connsiteY16" fmla="*/ 480145 h 883398"/>
                <a:gd name="connsiteX17" fmla="*/ 771214 w 919023"/>
                <a:gd name="connsiteY17" fmla="*/ 696973 h 883398"/>
                <a:gd name="connsiteX18" fmla="*/ 911149 w 919023"/>
                <a:gd name="connsiteY18" fmla="*/ 696973 h 883398"/>
                <a:gd name="connsiteX19" fmla="*/ 624410 w 919023"/>
                <a:gd name="connsiteY19" fmla="*/ 357985 h 883398"/>
                <a:gd name="connsiteX20" fmla="*/ 626214 w 919023"/>
                <a:gd name="connsiteY20" fmla="*/ 304199 h 883398"/>
                <a:gd name="connsiteX21" fmla="*/ 886312 w 919023"/>
                <a:gd name="connsiteY21" fmla="*/ 304199 h 883398"/>
                <a:gd name="connsiteX22" fmla="*/ 886312 w 919023"/>
                <a:gd name="connsiteY22" fmla="*/ 202393 h 883398"/>
                <a:gd name="connsiteX23" fmla="*/ 633728 w 919023"/>
                <a:gd name="connsiteY23" fmla="*/ 202393 h 883398"/>
                <a:gd name="connsiteX24" fmla="*/ 637479 w 919023"/>
                <a:gd name="connsiteY24" fmla="*/ 0 h 883398"/>
                <a:gd name="connsiteX25" fmla="*/ 520609 w 919023"/>
                <a:gd name="connsiteY25" fmla="*/ 0 h 883398"/>
                <a:gd name="connsiteX26" fmla="*/ 516924 w 919023"/>
                <a:gd name="connsiteY26" fmla="*/ 202393 h 883398"/>
                <a:gd name="connsiteX27" fmla="*/ 302050 w 919023"/>
                <a:gd name="connsiteY27" fmla="*/ 202393 h 883398"/>
                <a:gd name="connsiteX28" fmla="*/ 302050 w 919023"/>
                <a:gd name="connsiteY28" fmla="*/ 304199 h 883398"/>
                <a:gd name="connsiteX29" fmla="*/ 513074 w 919023"/>
                <a:gd name="connsiteY29" fmla="*/ 304199 h 883398"/>
                <a:gd name="connsiteX30" fmla="*/ 314595 w 919023"/>
                <a:gd name="connsiteY30" fmla="*/ 590206 h 883398"/>
                <a:gd name="connsiteX31" fmla="*/ 283130 w 919023"/>
                <a:gd name="connsiteY31" fmla="*/ 183466 h 883398"/>
                <a:gd name="connsiteX32" fmla="*/ 157292 w 919023"/>
                <a:gd name="connsiteY32" fmla="*/ 3049 h 883398"/>
                <a:gd name="connsiteX33" fmla="*/ 64953 w 919023"/>
                <a:gd name="connsiteY33" fmla="*/ 61029 h 883398"/>
                <a:gd name="connsiteX34" fmla="*/ 187029 w 919023"/>
                <a:gd name="connsiteY34" fmla="*/ 246296 h 883398"/>
                <a:gd name="connsiteX35" fmla="*/ 283130 w 919023"/>
                <a:gd name="connsiteY35" fmla="*/ 183466 h 88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19023" h="883398">
                  <a:moveTo>
                    <a:pt x="422704" y="775658"/>
                  </a:moveTo>
                  <a:cubicBezTo>
                    <a:pt x="325509" y="775658"/>
                    <a:pt x="234232" y="714165"/>
                    <a:pt x="234232" y="640766"/>
                  </a:cubicBezTo>
                  <a:lnTo>
                    <a:pt x="234232" y="311720"/>
                  </a:lnTo>
                  <a:lnTo>
                    <a:pt x="19347" y="311720"/>
                  </a:lnTo>
                  <a:lnTo>
                    <a:pt x="19347" y="421071"/>
                  </a:lnTo>
                  <a:lnTo>
                    <a:pt x="121113" y="421071"/>
                  </a:lnTo>
                  <a:lnTo>
                    <a:pt x="121113" y="677602"/>
                  </a:lnTo>
                  <a:cubicBezTo>
                    <a:pt x="83381" y="707719"/>
                    <a:pt x="37633" y="743308"/>
                    <a:pt x="0" y="781042"/>
                  </a:cubicBezTo>
                  <a:lnTo>
                    <a:pt x="61803" y="883399"/>
                  </a:lnTo>
                  <a:cubicBezTo>
                    <a:pt x="91912" y="845643"/>
                    <a:pt x="124952" y="813381"/>
                    <a:pt x="177711" y="768129"/>
                  </a:cubicBezTo>
                  <a:cubicBezTo>
                    <a:pt x="225362" y="833474"/>
                    <a:pt x="305627" y="877128"/>
                    <a:pt x="392519" y="877128"/>
                  </a:cubicBezTo>
                  <a:lnTo>
                    <a:pt x="890096" y="877128"/>
                  </a:lnTo>
                  <a:lnTo>
                    <a:pt x="919024" y="775658"/>
                  </a:lnTo>
                  <a:lnTo>
                    <a:pt x="422704" y="775658"/>
                  </a:lnTo>
                  <a:close/>
                  <a:moveTo>
                    <a:pt x="314595" y="590206"/>
                  </a:moveTo>
                  <a:lnTo>
                    <a:pt x="315830" y="705202"/>
                  </a:lnTo>
                  <a:cubicBezTo>
                    <a:pt x="430754" y="668814"/>
                    <a:pt x="550248" y="570846"/>
                    <a:pt x="593328" y="480145"/>
                  </a:cubicBezTo>
                  <a:cubicBezTo>
                    <a:pt x="696439" y="588247"/>
                    <a:pt x="732881" y="641127"/>
                    <a:pt x="771214" y="696973"/>
                  </a:cubicBezTo>
                  <a:lnTo>
                    <a:pt x="911149" y="696973"/>
                  </a:lnTo>
                  <a:cubicBezTo>
                    <a:pt x="850768" y="612542"/>
                    <a:pt x="700552" y="432912"/>
                    <a:pt x="624410" y="357985"/>
                  </a:cubicBezTo>
                  <a:cubicBezTo>
                    <a:pt x="625121" y="328667"/>
                    <a:pt x="625045" y="330369"/>
                    <a:pt x="626214" y="304199"/>
                  </a:cubicBezTo>
                  <a:lnTo>
                    <a:pt x="886312" y="304199"/>
                  </a:lnTo>
                  <a:lnTo>
                    <a:pt x="886312" y="202393"/>
                  </a:lnTo>
                  <a:lnTo>
                    <a:pt x="633728" y="202393"/>
                  </a:lnTo>
                  <a:cubicBezTo>
                    <a:pt x="633728" y="202393"/>
                    <a:pt x="637479" y="27694"/>
                    <a:pt x="637479" y="0"/>
                  </a:cubicBezTo>
                  <a:lnTo>
                    <a:pt x="520609" y="0"/>
                  </a:lnTo>
                  <a:cubicBezTo>
                    <a:pt x="520609" y="88112"/>
                    <a:pt x="519341" y="157119"/>
                    <a:pt x="516924" y="202393"/>
                  </a:cubicBezTo>
                  <a:lnTo>
                    <a:pt x="302050" y="202393"/>
                  </a:lnTo>
                  <a:lnTo>
                    <a:pt x="302050" y="304199"/>
                  </a:lnTo>
                  <a:lnTo>
                    <a:pt x="513074" y="304199"/>
                  </a:lnTo>
                  <a:cubicBezTo>
                    <a:pt x="508065" y="434969"/>
                    <a:pt x="471154" y="525769"/>
                    <a:pt x="314595" y="590206"/>
                  </a:cubicBezTo>
                  <a:close/>
                  <a:moveTo>
                    <a:pt x="283130" y="183466"/>
                  </a:moveTo>
                  <a:cubicBezTo>
                    <a:pt x="251982" y="128713"/>
                    <a:pt x="190966" y="41135"/>
                    <a:pt x="157292" y="3049"/>
                  </a:cubicBezTo>
                  <a:lnTo>
                    <a:pt x="64953" y="61029"/>
                  </a:lnTo>
                  <a:cubicBezTo>
                    <a:pt x="102302" y="108082"/>
                    <a:pt x="151298" y="186971"/>
                    <a:pt x="187029" y="246296"/>
                  </a:cubicBezTo>
                  <a:lnTo>
                    <a:pt x="283130" y="18346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7309FCED-3B2D-F0CC-6DDF-2037CE60987A}"/>
                </a:ext>
              </a:extLst>
            </p:cNvPr>
            <p:cNvSpPr/>
            <p:nvPr/>
          </p:nvSpPr>
          <p:spPr>
            <a:xfrm>
              <a:off x="8111796" y="1230368"/>
              <a:ext cx="375763" cy="432725"/>
            </a:xfrm>
            <a:custGeom>
              <a:avLst/>
              <a:gdLst>
                <a:gd name="connsiteX0" fmla="*/ 105528 w 375763"/>
                <a:gd name="connsiteY0" fmla="*/ 0 h 432725"/>
                <a:gd name="connsiteX1" fmla="*/ 0 w 375763"/>
                <a:gd name="connsiteY1" fmla="*/ 0 h 432725"/>
                <a:gd name="connsiteX2" fmla="*/ 0 w 375763"/>
                <a:gd name="connsiteY2" fmla="*/ 311918 h 432725"/>
                <a:gd name="connsiteX3" fmla="*/ 124339 w 375763"/>
                <a:gd name="connsiteY3" fmla="*/ 432726 h 432725"/>
                <a:gd name="connsiteX4" fmla="*/ 375764 w 375763"/>
                <a:gd name="connsiteY4" fmla="*/ 432189 h 432725"/>
                <a:gd name="connsiteX5" fmla="*/ 375764 w 375763"/>
                <a:gd name="connsiteY5" fmla="*/ 340503 h 432725"/>
                <a:gd name="connsiteX6" fmla="*/ 158287 w 375763"/>
                <a:gd name="connsiteY6" fmla="*/ 340503 h 432725"/>
                <a:gd name="connsiteX7" fmla="*/ 105528 w 375763"/>
                <a:gd name="connsiteY7" fmla="*/ 293095 h 432725"/>
                <a:gd name="connsiteX8" fmla="*/ 105528 w 375763"/>
                <a:gd name="connsiteY8" fmla="*/ 237960 h 432725"/>
                <a:gd name="connsiteX9" fmla="*/ 353114 w 375763"/>
                <a:gd name="connsiteY9" fmla="*/ 159527 h 432725"/>
                <a:gd name="connsiteX10" fmla="*/ 353114 w 375763"/>
                <a:gd name="connsiteY10" fmla="*/ 48043 h 432725"/>
                <a:gd name="connsiteX11" fmla="*/ 105528 w 375763"/>
                <a:gd name="connsiteY11" fmla="*/ 129519 h 432725"/>
                <a:gd name="connsiteX12" fmla="*/ 105528 w 375763"/>
                <a:gd name="connsiteY12" fmla="*/ 0 h 43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5763" h="432725">
                  <a:moveTo>
                    <a:pt x="105528" y="0"/>
                  </a:moveTo>
                  <a:lnTo>
                    <a:pt x="0" y="0"/>
                  </a:lnTo>
                  <a:lnTo>
                    <a:pt x="0" y="311918"/>
                  </a:lnTo>
                  <a:cubicBezTo>
                    <a:pt x="0" y="392409"/>
                    <a:pt x="41384" y="432726"/>
                    <a:pt x="124339" y="432726"/>
                  </a:cubicBezTo>
                  <a:cubicBezTo>
                    <a:pt x="124339" y="432726"/>
                    <a:pt x="362148" y="432189"/>
                    <a:pt x="375764" y="432189"/>
                  </a:cubicBezTo>
                  <a:lnTo>
                    <a:pt x="375764" y="340503"/>
                  </a:lnTo>
                  <a:lnTo>
                    <a:pt x="158287" y="340503"/>
                  </a:lnTo>
                  <a:cubicBezTo>
                    <a:pt x="120588" y="340503"/>
                    <a:pt x="103013" y="325794"/>
                    <a:pt x="105528" y="293095"/>
                  </a:cubicBezTo>
                  <a:lnTo>
                    <a:pt x="105528" y="237960"/>
                  </a:lnTo>
                  <a:cubicBezTo>
                    <a:pt x="105528" y="237960"/>
                    <a:pt x="296669" y="196363"/>
                    <a:pt x="353114" y="159527"/>
                  </a:cubicBezTo>
                  <a:lnTo>
                    <a:pt x="353114" y="48043"/>
                  </a:lnTo>
                  <a:cubicBezTo>
                    <a:pt x="272959" y="87572"/>
                    <a:pt x="105528" y="129519"/>
                    <a:pt x="105528" y="129519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5966ED78-F65B-3EF0-AE5B-DC89DDBCAA03}"/>
                </a:ext>
              </a:extLst>
            </p:cNvPr>
            <p:cNvSpPr/>
            <p:nvPr/>
          </p:nvSpPr>
          <p:spPr>
            <a:xfrm>
              <a:off x="8111796" y="773926"/>
              <a:ext cx="367714" cy="418577"/>
            </a:xfrm>
            <a:custGeom>
              <a:avLst/>
              <a:gdLst>
                <a:gd name="connsiteX0" fmla="*/ 105528 w 367714"/>
                <a:gd name="connsiteY0" fmla="*/ 0 h 418577"/>
                <a:gd name="connsiteX1" fmla="*/ 0 w 367714"/>
                <a:gd name="connsiteY1" fmla="*/ 0 h 418577"/>
                <a:gd name="connsiteX2" fmla="*/ 0 w 367714"/>
                <a:gd name="connsiteY2" fmla="*/ 294263 h 418577"/>
                <a:gd name="connsiteX3" fmla="*/ 124339 w 367714"/>
                <a:gd name="connsiteY3" fmla="*/ 418577 h 418577"/>
                <a:gd name="connsiteX4" fmla="*/ 367714 w 367714"/>
                <a:gd name="connsiteY4" fmla="*/ 418577 h 418577"/>
                <a:gd name="connsiteX5" fmla="*/ 367714 w 367714"/>
                <a:gd name="connsiteY5" fmla="*/ 327344 h 418577"/>
                <a:gd name="connsiteX6" fmla="*/ 158287 w 367714"/>
                <a:gd name="connsiteY6" fmla="*/ 327344 h 418577"/>
                <a:gd name="connsiteX7" fmla="*/ 105528 w 367714"/>
                <a:gd name="connsiteY7" fmla="*/ 275363 h 418577"/>
                <a:gd name="connsiteX8" fmla="*/ 105528 w 367714"/>
                <a:gd name="connsiteY8" fmla="*/ 235117 h 418577"/>
                <a:gd name="connsiteX9" fmla="*/ 353114 w 367714"/>
                <a:gd name="connsiteY9" fmla="*/ 151476 h 418577"/>
                <a:gd name="connsiteX10" fmla="*/ 353114 w 367714"/>
                <a:gd name="connsiteY10" fmla="*/ 44462 h 418577"/>
                <a:gd name="connsiteX11" fmla="*/ 105528 w 367714"/>
                <a:gd name="connsiteY11" fmla="*/ 126121 h 418577"/>
                <a:gd name="connsiteX12" fmla="*/ 105528 w 367714"/>
                <a:gd name="connsiteY12" fmla="*/ 0 h 41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7714" h="418577">
                  <a:moveTo>
                    <a:pt x="105528" y="0"/>
                  </a:moveTo>
                  <a:lnTo>
                    <a:pt x="0" y="0"/>
                  </a:lnTo>
                  <a:lnTo>
                    <a:pt x="0" y="294263"/>
                  </a:lnTo>
                  <a:cubicBezTo>
                    <a:pt x="0" y="377169"/>
                    <a:pt x="41384" y="418577"/>
                    <a:pt x="124339" y="418577"/>
                  </a:cubicBezTo>
                  <a:lnTo>
                    <a:pt x="367714" y="418577"/>
                  </a:lnTo>
                  <a:lnTo>
                    <a:pt x="367714" y="327344"/>
                  </a:lnTo>
                  <a:lnTo>
                    <a:pt x="158287" y="327344"/>
                  </a:lnTo>
                  <a:cubicBezTo>
                    <a:pt x="120588" y="329860"/>
                    <a:pt x="103013" y="310576"/>
                    <a:pt x="105528" y="275363"/>
                  </a:cubicBezTo>
                  <a:lnTo>
                    <a:pt x="105528" y="235117"/>
                  </a:lnTo>
                  <a:cubicBezTo>
                    <a:pt x="105528" y="235117"/>
                    <a:pt x="278591" y="187962"/>
                    <a:pt x="353114" y="151476"/>
                  </a:cubicBezTo>
                  <a:lnTo>
                    <a:pt x="353114" y="44462"/>
                  </a:lnTo>
                  <a:cubicBezTo>
                    <a:pt x="220801" y="100764"/>
                    <a:pt x="105528" y="126121"/>
                    <a:pt x="105528" y="126121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CC851C82-4186-C503-6382-1477A894A410}"/>
                </a:ext>
              </a:extLst>
            </p:cNvPr>
            <p:cNvSpPr/>
            <p:nvPr/>
          </p:nvSpPr>
          <p:spPr>
            <a:xfrm>
              <a:off x="7616275" y="771563"/>
              <a:ext cx="426356" cy="304199"/>
            </a:xfrm>
            <a:custGeom>
              <a:avLst/>
              <a:gdLst>
                <a:gd name="connsiteX0" fmla="*/ 269524 w 426356"/>
                <a:gd name="connsiteY0" fmla="*/ 153001 h 304199"/>
                <a:gd name="connsiteX1" fmla="*/ 313501 w 426356"/>
                <a:gd name="connsiteY1" fmla="*/ 212328 h 304199"/>
                <a:gd name="connsiteX2" fmla="*/ 137846 w 426356"/>
                <a:gd name="connsiteY2" fmla="*/ 212328 h 304199"/>
                <a:gd name="connsiteX3" fmla="*/ 296921 w 426356"/>
                <a:gd name="connsiteY3" fmla="*/ 0 h 304199"/>
                <a:gd name="connsiteX4" fmla="*/ 165057 w 426356"/>
                <a:gd name="connsiteY4" fmla="*/ 0 h 304199"/>
                <a:gd name="connsiteX5" fmla="*/ 0 w 426356"/>
                <a:gd name="connsiteY5" fmla="*/ 222008 h 304199"/>
                <a:gd name="connsiteX6" fmla="*/ 252 w 426356"/>
                <a:gd name="connsiteY6" fmla="*/ 304199 h 304199"/>
                <a:gd name="connsiteX7" fmla="*/ 426357 w 426356"/>
                <a:gd name="connsiteY7" fmla="*/ 304199 h 304199"/>
                <a:gd name="connsiteX8" fmla="*/ 426357 w 426356"/>
                <a:gd name="connsiteY8" fmla="*/ 240197 h 304199"/>
                <a:gd name="connsiteX9" fmla="*/ 396347 w 426356"/>
                <a:gd name="connsiteY9" fmla="*/ 170837 h 304199"/>
                <a:gd name="connsiteX10" fmla="*/ 327741 w 426356"/>
                <a:gd name="connsiteY10" fmla="*/ 76093 h 304199"/>
                <a:gd name="connsiteX11" fmla="*/ 269524 w 426356"/>
                <a:gd name="connsiteY11" fmla="*/ 153000 h 30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6356" h="304199">
                  <a:moveTo>
                    <a:pt x="269524" y="153001"/>
                  </a:moveTo>
                  <a:lnTo>
                    <a:pt x="313501" y="212328"/>
                  </a:lnTo>
                  <a:lnTo>
                    <a:pt x="137846" y="212328"/>
                  </a:lnTo>
                  <a:lnTo>
                    <a:pt x="296921" y="0"/>
                  </a:lnTo>
                  <a:lnTo>
                    <a:pt x="165057" y="0"/>
                  </a:lnTo>
                  <a:lnTo>
                    <a:pt x="0" y="222008"/>
                  </a:lnTo>
                  <a:lnTo>
                    <a:pt x="252" y="304199"/>
                  </a:lnTo>
                  <a:lnTo>
                    <a:pt x="426357" y="304199"/>
                  </a:lnTo>
                  <a:lnTo>
                    <a:pt x="426357" y="240197"/>
                  </a:lnTo>
                  <a:cubicBezTo>
                    <a:pt x="426357" y="209455"/>
                    <a:pt x="407185" y="185800"/>
                    <a:pt x="396347" y="170837"/>
                  </a:cubicBezTo>
                  <a:cubicBezTo>
                    <a:pt x="386416" y="157117"/>
                    <a:pt x="327741" y="76093"/>
                    <a:pt x="327741" y="76093"/>
                  </a:cubicBezTo>
                  <a:lnTo>
                    <a:pt x="269524" y="15300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1B0BEFCE-7D35-9E24-A4D8-629B49DC370D}"/>
                </a:ext>
              </a:extLst>
            </p:cNvPr>
            <p:cNvSpPr/>
            <p:nvPr/>
          </p:nvSpPr>
          <p:spPr>
            <a:xfrm>
              <a:off x="7640565" y="1124721"/>
              <a:ext cx="400743" cy="539292"/>
            </a:xfrm>
            <a:custGeom>
              <a:avLst/>
              <a:gdLst>
                <a:gd name="connsiteX0" fmla="*/ 98015 w 400743"/>
                <a:gd name="connsiteY0" fmla="*/ 226302 h 539292"/>
                <a:gd name="connsiteX1" fmla="*/ 302761 w 400743"/>
                <a:gd name="connsiteY1" fmla="*/ 226302 h 539292"/>
                <a:gd name="connsiteX2" fmla="*/ 302761 w 400743"/>
                <a:gd name="connsiteY2" fmla="*/ 294164 h 539292"/>
                <a:gd name="connsiteX3" fmla="*/ 98015 w 400743"/>
                <a:gd name="connsiteY3" fmla="*/ 294164 h 539292"/>
                <a:gd name="connsiteX4" fmla="*/ 98015 w 400743"/>
                <a:gd name="connsiteY4" fmla="*/ 226302 h 539292"/>
                <a:gd name="connsiteX5" fmla="*/ 98015 w 400743"/>
                <a:gd name="connsiteY5" fmla="*/ 83005 h 539292"/>
                <a:gd name="connsiteX6" fmla="*/ 302761 w 400743"/>
                <a:gd name="connsiteY6" fmla="*/ 83005 h 539292"/>
                <a:gd name="connsiteX7" fmla="*/ 302761 w 400743"/>
                <a:gd name="connsiteY7" fmla="*/ 150845 h 539292"/>
                <a:gd name="connsiteX8" fmla="*/ 98015 w 400743"/>
                <a:gd name="connsiteY8" fmla="*/ 150845 h 539292"/>
                <a:gd name="connsiteX9" fmla="*/ 98015 w 400743"/>
                <a:gd name="connsiteY9" fmla="*/ 83005 h 539292"/>
                <a:gd name="connsiteX10" fmla="*/ 0 w 400743"/>
                <a:gd name="connsiteY10" fmla="*/ 539292 h 539292"/>
                <a:gd name="connsiteX11" fmla="*/ 98015 w 400743"/>
                <a:gd name="connsiteY11" fmla="*/ 539292 h 539292"/>
                <a:gd name="connsiteX12" fmla="*/ 98015 w 400743"/>
                <a:gd name="connsiteY12" fmla="*/ 369621 h 539292"/>
                <a:gd name="connsiteX13" fmla="*/ 302684 w 400743"/>
                <a:gd name="connsiteY13" fmla="*/ 369621 h 539292"/>
                <a:gd name="connsiteX14" fmla="*/ 302684 w 400743"/>
                <a:gd name="connsiteY14" fmla="*/ 420717 h 539292"/>
                <a:gd name="connsiteX15" fmla="*/ 261300 w 400743"/>
                <a:gd name="connsiteY15" fmla="*/ 450922 h 539292"/>
                <a:gd name="connsiteX16" fmla="*/ 178246 w 400743"/>
                <a:gd name="connsiteY16" fmla="*/ 450922 h 539292"/>
                <a:gd name="connsiteX17" fmla="*/ 197167 w 400743"/>
                <a:gd name="connsiteY17" fmla="*/ 538931 h 539292"/>
                <a:gd name="connsiteX18" fmla="*/ 306523 w 400743"/>
                <a:gd name="connsiteY18" fmla="*/ 538931 h 539292"/>
                <a:gd name="connsiteX19" fmla="*/ 400743 w 400743"/>
                <a:gd name="connsiteY19" fmla="*/ 439639 h 539292"/>
                <a:gd name="connsiteX20" fmla="*/ 400743 w 400743"/>
                <a:gd name="connsiteY20" fmla="*/ 0 h 539292"/>
                <a:gd name="connsiteX21" fmla="*/ 0 w 400743"/>
                <a:gd name="connsiteY21" fmla="*/ 0 h 539292"/>
                <a:gd name="connsiteX22" fmla="*/ 0 w 400743"/>
                <a:gd name="connsiteY22" fmla="*/ 539292 h 53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0743" h="539292">
                  <a:moveTo>
                    <a:pt x="98015" y="226302"/>
                  </a:moveTo>
                  <a:lnTo>
                    <a:pt x="302761" y="226302"/>
                  </a:lnTo>
                  <a:lnTo>
                    <a:pt x="302761" y="294164"/>
                  </a:lnTo>
                  <a:lnTo>
                    <a:pt x="98015" y="294164"/>
                  </a:lnTo>
                  <a:lnTo>
                    <a:pt x="98015" y="226302"/>
                  </a:lnTo>
                  <a:close/>
                  <a:moveTo>
                    <a:pt x="98015" y="83005"/>
                  </a:moveTo>
                  <a:lnTo>
                    <a:pt x="302761" y="83005"/>
                  </a:lnTo>
                  <a:lnTo>
                    <a:pt x="302761" y="150845"/>
                  </a:lnTo>
                  <a:lnTo>
                    <a:pt x="98015" y="150845"/>
                  </a:lnTo>
                  <a:lnTo>
                    <a:pt x="98015" y="83005"/>
                  </a:lnTo>
                  <a:close/>
                  <a:moveTo>
                    <a:pt x="0" y="539292"/>
                  </a:moveTo>
                  <a:lnTo>
                    <a:pt x="98015" y="539292"/>
                  </a:lnTo>
                  <a:lnTo>
                    <a:pt x="98015" y="369621"/>
                  </a:lnTo>
                  <a:lnTo>
                    <a:pt x="302684" y="369621"/>
                  </a:lnTo>
                  <a:lnTo>
                    <a:pt x="302684" y="420717"/>
                  </a:lnTo>
                  <a:cubicBezTo>
                    <a:pt x="302684" y="440536"/>
                    <a:pt x="291485" y="450922"/>
                    <a:pt x="261300" y="450922"/>
                  </a:cubicBezTo>
                  <a:lnTo>
                    <a:pt x="178246" y="450922"/>
                  </a:lnTo>
                  <a:lnTo>
                    <a:pt x="197167" y="538931"/>
                  </a:lnTo>
                  <a:lnTo>
                    <a:pt x="306523" y="538931"/>
                  </a:lnTo>
                  <a:cubicBezTo>
                    <a:pt x="371826" y="536447"/>
                    <a:pt x="400743" y="502478"/>
                    <a:pt x="400743" y="439639"/>
                  </a:cubicBezTo>
                  <a:lnTo>
                    <a:pt x="400743" y="0"/>
                  </a:lnTo>
                  <a:lnTo>
                    <a:pt x="0" y="0"/>
                  </a:lnTo>
                  <a:lnTo>
                    <a:pt x="0" y="539292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21993830-1768-13B3-47C1-1FC503D5EAF0}"/>
                </a:ext>
              </a:extLst>
            </p:cNvPr>
            <p:cNvSpPr/>
            <p:nvPr/>
          </p:nvSpPr>
          <p:spPr>
            <a:xfrm>
              <a:off x="6591624" y="789780"/>
              <a:ext cx="203783" cy="205797"/>
            </a:xfrm>
            <a:custGeom>
              <a:avLst/>
              <a:gdLst>
                <a:gd name="connsiteX0" fmla="*/ 203784 w 203783"/>
                <a:gd name="connsiteY0" fmla="*/ 117151 h 205797"/>
                <a:gd name="connsiteX1" fmla="*/ 57330 w 203783"/>
                <a:gd name="connsiteY1" fmla="*/ 0 h 205797"/>
                <a:gd name="connsiteX2" fmla="*/ 0 w 203783"/>
                <a:gd name="connsiteY2" fmla="*/ 90170 h 205797"/>
                <a:gd name="connsiteX3" fmla="*/ 143402 w 203783"/>
                <a:gd name="connsiteY3" fmla="*/ 205798 h 20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83" h="205797">
                  <a:moveTo>
                    <a:pt x="203784" y="117151"/>
                  </a:moveTo>
                  <a:lnTo>
                    <a:pt x="57330" y="0"/>
                  </a:lnTo>
                  <a:lnTo>
                    <a:pt x="0" y="90170"/>
                  </a:lnTo>
                  <a:lnTo>
                    <a:pt x="143402" y="20579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C41ECB08-8486-C994-1871-B63EAC3A6D05}"/>
                </a:ext>
              </a:extLst>
            </p:cNvPr>
            <p:cNvSpPr/>
            <p:nvPr/>
          </p:nvSpPr>
          <p:spPr>
            <a:xfrm>
              <a:off x="6566437" y="1007239"/>
              <a:ext cx="236287" cy="227572"/>
            </a:xfrm>
            <a:custGeom>
              <a:avLst/>
              <a:gdLst>
                <a:gd name="connsiteX0" fmla="*/ 0 w 236287"/>
                <a:gd name="connsiteY0" fmla="*/ 83006 h 227572"/>
                <a:gd name="connsiteX1" fmla="*/ 182031 w 236287"/>
                <a:gd name="connsiteY1" fmla="*/ 227572 h 227572"/>
                <a:gd name="connsiteX2" fmla="*/ 236288 w 236287"/>
                <a:gd name="connsiteY2" fmla="*/ 144490 h 227572"/>
                <a:gd name="connsiteX3" fmla="*/ 56871 w 236287"/>
                <a:gd name="connsiteY3" fmla="*/ 0 h 22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287" h="227572">
                  <a:moveTo>
                    <a:pt x="0" y="83006"/>
                  </a:moveTo>
                  <a:lnTo>
                    <a:pt x="182031" y="227572"/>
                  </a:lnTo>
                  <a:lnTo>
                    <a:pt x="236288" y="144490"/>
                  </a:lnTo>
                  <a:lnTo>
                    <a:pt x="56871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988CA88F-F444-7148-3A1D-E858FA41251A}"/>
                </a:ext>
              </a:extLst>
            </p:cNvPr>
            <p:cNvSpPr/>
            <p:nvPr/>
          </p:nvSpPr>
          <p:spPr>
            <a:xfrm>
              <a:off x="6559831" y="1260442"/>
              <a:ext cx="211308" cy="381038"/>
            </a:xfrm>
            <a:custGeom>
              <a:avLst/>
              <a:gdLst>
                <a:gd name="connsiteX0" fmla="*/ 0 w 211308"/>
                <a:gd name="connsiteY0" fmla="*/ 353416 h 381038"/>
                <a:gd name="connsiteX1" fmla="*/ 115984 w 211308"/>
                <a:gd name="connsiteY1" fmla="*/ 381038 h 381038"/>
                <a:gd name="connsiteX2" fmla="*/ 211309 w 211308"/>
                <a:gd name="connsiteY2" fmla="*/ 21428 h 381038"/>
                <a:gd name="connsiteX3" fmla="*/ 102204 w 211308"/>
                <a:gd name="connsiteY3" fmla="*/ 0 h 38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308" h="381038">
                  <a:moveTo>
                    <a:pt x="0" y="353416"/>
                  </a:moveTo>
                  <a:lnTo>
                    <a:pt x="115984" y="381038"/>
                  </a:lnTo>
                  <a:lnTo>
                    <a:pt x="211309" y="21428"/>
                  </a:lnTo>
                  <a:lnTo>
                    <a:pt x="102204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99274774-9437-34D8-EC3F-F5DC462E8F59}"/>
                </a:ext>
              </a:extLst>
            </p:cNvPr>
            <p:cNvSpPr/>
            <p:nvPr/>
          </p:nvSpPr>
          <p:spPr>
            <a:xfrm>
              <a:off x="6772430" y="771513"/>
              <a:ext cx="730212" cy="892714"/>
            </a:xfrm>
            <a:custGeom>
              <a:avLst/>
              <a:gdLst>
                <a:gd name="connsiteX0" fmla="*/ 545064 w 730212"/>
                <a:gd name="connsiteY0" fmla="*/ 672149 h 892714"/>
                <a:gd name="connsiteX1" fmla="*/ 446174 w 730212"/>
                <a:gd name="connsiteY1" fmla="*/ 672149 h 892714"/>
                <a:gd name="connsiteX2" fmla="*/ 400208 w 730212"/>
                <a:gd name="connsiteY2" fmla="*/ 539752 h 892714"/>
                <a:gd name="connsiteX3" fmla="*/ 548367 w 730212"/>
                <a:gd name="connsiteY3" fmla="*/ 539752 h 892714"/>
                <a:gd name="connsiteX4" fmla="*/ 545064 w 730212"/>
                <a:gd name="connsiteY4" fmla="*/ 672149 h 892714"/>
                <a:gd name="connsiteX5" fmla="*/ 194006 w 730212"/>
                <a:gd name="connsiteY5" fmla="*/ 672149 h 892714"/>
                <a:gd name="connsiteX6" fmla="*/ 206660 w 730212"/>
                <a:gd name="connsiteY6" fmla="*/ 539752 h 892714"/>
                <a:gd name="connsiteX7" fmla="*/ 298299 w 730212"/>
                <a:gd name="connsiteY7" fmla="*/ 539752 h 892714"/>
                <a:gd name="connsiteX8" fmla="*/ 344146 w 730212"/>
                <a:gd name="connsiteY8" fmla="*/ 672149 h 892714"/>
                <a:gd name="connsiteX9" fmla="*/ 194017 w 730212"/>
                <a:gd name="connsiteY9" fmla="*/ 672149 h 892714"/>
                <a:gd name="connsiteX10" fmla="*/ 228949 w 730212"/>
                <a:gd name="connsiteY10" fmla="*/ 320790 h 892714"/>
                <a:gd name="connsiteX11" fmla="*/ 312178 w 730212"/>
                <a:gd name="connsiteY11" fmla="*/ 320867 h 892714"/>
                <a:gd name="connsiteX12" fmla="*/ 354459 w 730212"/>
                <a:gd name="connsiteY12" fmla="*/ 441423 h 892714"/>
                <a:gd name="connsiteX13" fmla="*/ 214983 w 730212"/>
                <a:gd name="connsiteY13" fmla="*/ 441423 h 892714"/>
                <a:gd name="connsiteX14" fmla="*/ 228949 w 730212"/>
                <a:gd name="connsiteY14" fmla="*/ 320791 h 892714"/>
                <a:gd name="connsiteX15" fmla="*/ 553846 w 730212"/>
                <a:gd name="connsiteY15" fmla="*/ 320790 h 892714"/>
                <a:gd name="connsiteX16" fmla="*/ 550883 w 730212"/>
                <a:gd name="connsiteY16" fmla="*/ 441423 h 892714"/>
                <a:gd name="connsiteX17" fmla="*/ 546235 w 730212"/>
                <a:gd name="connsiteY17" fmla="*/ 441423 h 892714"/>
                <a:gd name="connsiteX18" fmla="*/ 546235 w 730212"/>
                <a:gd name="connsiteY18" fmla="*/ 441423 h 892714"/>
                <a:gd name="connsiteX19" fmla="*/ 456378 w 730212"/>
                <a:gd name="connsiteY19" fmla="*/ 441423 h 892714"/>
                <a:gd name="connsiteX20" fmla="*/ 414097 w 730212"/>
                <a:gd name="connsiteY20" fmla="*/ 320790 h 892714"/>
                <a:gd name="connsiteX21" fmla="*/ 553857 w 730212"/>
                <a:gd name="connsiteY21" fmla="*/ 320790 h 892714"/>
                <a:gd name="connsiteX22" fmla="*/ 730212 w 730212"/>
                <a:gd name="connsiteY22" fmla="*/ 539216 h 892714"/>
                <a:gd name="connsiteX23" fmla="*/ 730212 w 730212"/>
                <a:gd name="connsiteY23" fmla="*/ 441423 h 892714"/>
                <a:gd name="connsiteX24" fmla="*/ 653360 w 730212"/>
                <a:gd name="connsiteY24" fmla="*/ 441423 h 892714"/>
                <a:gd name="connsiteX25" fmla="*/ 658358 w 730212"/>
                <a:gd name="connsiteY25" fmla="*/ 230265 h 892714"/>
                <a:gd name="connsiteX26" fmla="*/ 143151 w 730212"/>
                <a:gd name="connsiteY26" fmla="*/ 229350 h 892714"/>
                <a:gd name="connsiteX27" fmla="*/ 178630 w 730212"/>
                <a:gd name="connsiteY27" fmla="*/ 172794 h 892714"/>
                <a:gd name="connsiteX28" fmla="*/ 709246 w 730212"/>
                <a:gd name="connsiteY28" fmla="*/ 172794 h 892714"/>
                <a:gd name="connsiteX29" fmla="*/ 709246 w 730212"/>
                <a:gd name="connsiteY29" fmla="*/ 85951 h 892714"/>
                <a:gd name="connsiteX30" fmla="*/ 228873 w 730212"/>
                <a:gd name="connsiteY30" fmla="*/ 85951 h 892714"/>
                <a:gd name="connsiteX31" fmla="*/ 273309 w 730212"/>
                <a:gd name="connsiteY31" fmla="*/ 0 h 892714"/>
                <a:gd name="connsiteX32" fmla="*/ 147164 w 730212"/>
                <a:gd name="connsiteY32" fmla="*/ 0 h 892714"/>
                <a:gd name="connsiteX33" fmla="*/ 0 w 730212"/>
                <a:gd name="connsiteY33" fmla="*/ 249523 h 892714"/>
                <a:gd name="connsiteX34" fmla="*/ 85996 w 730212"/>
                <a:gd name="connsiteY34" fmla="*/ 318910 h 892714"/>
                <a:gd name="connsiteX35" fmla="*/ 129261 w 730212"/>
                <a:gd name="connsiteY35" fmla="*/ 255545 h 892714"/>
                <a:gd name="connsiteX36" fmla="*/ 111259 w 730212"/>
                <a:gd name="connsiteY36" fmla="*/ 441423 h 892714"/>
                <a:gd name="connsiteX37" fmla="*/ 38694 w 730212"/>
                <a:gd name="connsiteY37" fmla="*/ 441423 h 892714"/>
                <a:gd name="connsiteX38" fmla="*/ 26336 w 730212"/>
                <a:gd name="connsiteY38" fmla="*/ 539216 h 892714"/>
                <a:gd name="connsiteX39" fmla="*/ 101132 w 730212"/>
                <a:gd name="connsiteY39" fmla="*/ 539752 h 892714"/>
                <a:gd name="connsiteX40" fmla="*/ 77497 w 730212"/>
                <a:gd name="connsiteY40" fmla="*/ 767140 h 892714"/>
                <a:gd name="connsiteX41" fmla="*/ 543369 w 730212"/>
                <a:gd name="connsiteY41" fmla="*/ 767140 h 892714"/>
                <a:gd name="connsiteX42" fmla="*/ 464351 w 730212"/>
                <a:gd name="connsiteY42" fmla="*/ 806045 h 892714"/>
                <a:gd name="connsiteX43" fmla="*/ 309925 w 730212"/>
                <a:gd name="connsiteY43" fmla="*/ 806045 h 892714"/>
                <a:gd name="connsiteX44" fmla="*/ 340471 w 730212"/>
                <a:gd name="connsiteY44" fmla="*/ 892632 h 892714"/>
                <a:gd name="connsiteX45" fmla="*/ 498824 w 730212"/>
                <a:gd name="connsiteY45" fmla="*/ 892632 h 892714"/>
                <a:gd name="connsiteX46" fmla="*/ 648886 w 730212"/>
                <a:gd name="connsiteY46" fmla="*/ 767140 h 892714"/>
                <a:gd name="connsiteX47" fmla="*/ 709246 w 730212"/>
                <a:gd name="connsiteY47" fmla="*/ 767140 h 892714"/>
                <a:gd name="connsiteX48" fmla="*/ 709246 w 730212"/>
                <a:gd name="connsiteY48" fmla="*/ 673035 h 892714"/>
                <a:gd name="connsiteX49" fmla="*/ 647618 w 730212"/>
                <a:gd name="connsiteY49" fmla="*/ 673035 h 892714"/>
                <a:gd name="connsiteX50" fmla="*/ 650943 w 730212"/>
                <a:gd name="connsiteY50" fmla="*/ 539752 h 892714"/>
                <a:gd name="connsiteX51" fmla="*/ 730212 w 730212"/>
                <a:gd name="connsiteY51" fmla="*/ 539216 h 89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30212" h="892714">
                  <a:moveTo>
                    <a:pt x="545064" y="672149"/>
                  </a:moveTo>
                  <a:lnTo>
                    <a:pt x="446174" y="672149"/>
                  </a:lnTo>
                  <a:cubicBezTo>
                    <a:pt x="446174" y="672149"/>
                    <a:pt x="425581" y="584030"/>
                    <a:pt x="400208" y="539752"/>
                  </a:cubicBezTo>
                  <a:lnTo>
                    <a:pt x="548367" y="539752"/>
                  </a:lnTo>
                  <a:lnTo>
                    <a:pt x="545064" y="672149"/>
                  </a:lnTo>
                  <a:close/>
                  <a:moveTo>
                    <a:pt x="194006" y="672149"/>
                  </a:moveTo>
                  <a:lnTo>
                    <a:pt x="206660" y="539752"/>
                  </a:lnTo>
                  <a:lnTo>
                    <a:pt x="298299" y="539752"/>
                  </a:lnTo>
                  <a:cubicBezTo>
                    <a:pt x="323815" y="580167"/>
                    <a:pt x="344146" y="672149"/>
                    <a:pt x="344146" y="672149"/>
                  </a:cubicBezTo>
                  <a:lnTo>
                    <a:pt x="194017" y="672149"/>
                  </a:lnTo>
                  <a:close/>
                  <a:moveTo>
                    <a:pt x="228949" y="320790"/>
                  </a:moveTo>
                  <a:cubicBezTo>
                    <a:pt x="228949" y="320790"/>
                    <a:pt x="283414" y="320867"/>
                    <a:pt x="312178" y="320867"/>
                  </a:cubicBezTo>
                  <a:cubicBezTo>
                    <a:pt x="337070" y="356463"/>
                    <a:pt x="354459" y="441423"/>
                    <a:pt x="354459" y="441423"/>
                  </a:cubicBezTo>
                  <a:lnTo>
                    <a:pt x="214983" y="441423"/>
                  </a:lnTo>
                  <a:lnTo>
                    <a:pt x="228949" y="320791"/>
                  </a:lnTo>
                  <a:close/>
                  <a:moveTo>
                    <a:pt x="553846" y="320790"/>
                  </a:moveTo>
                  <a:lnTo>
                    <a:pt x="550883" y="441423"/>
                  </a:lnTo>
                  <a:lnTo>
                    <a:pt x="546235" y="441423"/>
                  </a:lnTo>
                  <a:lnTo>
                    <a:pt x="546235" y="441423"/>
                  </a:lnTo>
                  <a:lnTo>
                    <a:pt x="456378" y="441423"/>
                  </a:lnTo>
                  <a:cubicBezTo>
                    <a:pt x="456378" y="441423"/>
                    <a:pt x="435150" y="358341"/>
                    <a:pt x="414097" y="320790"/>
                  </a:cubicBezTo>
                  <a:lnTo>
                    <a:pt x="553857" y="320790"/>
                  </a:lnTo>
                  <a:close/>
                  <a:moveTo>
                    <a:pt x="730212" y="539216"/>
                  </a:moveTo>
                  <a:lnTo>
                    <a:pt x="730212" y="441423"/>
                  </a:lnTo>
                  <a:lnTo>
                    <a:pt x="653360" y="441423"/>
                  </a:lnTo>
                  <a:lnTo>
                    <a:pt x="658358" y="230265"/>
                  </a:lnTo>
                  <a:lnTo>
                    <a:pt x="143151" y="229350"/>
                  </a:lnTo>
                  <a:cubicBezTo>
                    <a:pt x="154175" y="213597"/>
                    <a:pt x="167966" y="190553"/>
                    <a:pt x="178630" y="172794"/>
                  </a:cubicBezTo>
                  <a:lnTo>
                    <a:pt x="709246" y="172794"/>
                  </a:lnTo>
                  <a:lnTo>
                    <a:pt x="709246" y="85951"/>
                  </a:lnTo>
                  <a:lnTo>
                    <a:pt x="228873" y="85951"/>
                  </a:lnTo>
                  <a:cubicBezTo>
                    <a:pt x="244184" y="57013"/>
                    <a:pt x="258883" y="28506"/>
                    <a:pt x="273309" y="0"/>
                  </a:cubicBezTo>
                  <a:lnTo>
                    <a:pt x="147164" y="0"/>
                  </a:lnTo>
                  <a:cubicBezTo>
                    <a:pt x="91026" y="112832"/>
                    <a:pt x="0" y="249523"/>
                    <a:pt x="0" y="249523"/>
                  </a:cubicBezTo>
                  <a:lnTo>
                    <a:pt x="85996" y="318910"/>
                  </a:lnTo>
                  <a:cubicBezTo>
                    <a:pt x="98266" y="301608"/>
                    <a:pt x="114672" y="276607"/>
                    <a:pt x="129261" y="255545"/>
                  </a:cubicBezTo>
                  <a:lnTo>
                    <a:pt x="111259" y="441423"/>
                  </a:lnTo>
                  <a:lnTo>
                    <a:pt x="38694" y="441423"/>
                  </a:lnTo>
                  <a:lnTo>
                    <a:pt x="26336" y="539216"/>
                  </a:lnTo>
                  <a:lnTo>
                    <a:pt x="101132" y="539752"/>
                  </a:lnTo>
                  <a:lnTo>
                    <a:pt x="77497" y="767140"/>
                  </a:lnTo>
                  <a:lnTo>
                    <a:pt x="543369" y="767140"/>
                  </a:lnTo>
                  <a:cubicBezTo>
                    <a:pt x="538338" y="789553"/>
                    <a:pt x="517646" y="806045"/>
                    <a:pt x="464351" y="806045"/>
                  </a:cubicBezTo>
                  <a:lnTo>
                    <a:pt x="309925" y="806045"/>
                  </a:lnTo>
                  <a:lnTo>
                    <a:pt x="340471" y="892632"/>
                  </a:lnTo>
                  <a:lnTo>
                    <a:pt x="498824" y="892632"/>
                  </a:lnTo>
                  <a:cubicBezTo>
                    <a:pt x="594247" y="895040"/>
                    <a:pt x="643757" y="844863"/>
                    <a:pt x="648886" y="767140"/>
                  </a:cubicBezTo>
                  <a:lnTo>
                    <a:pt x="709246" y="767140"/>
                  </a:lnTo>
                  <a:lnTo>
                    <a:pt x="709246" y="673035"/>
                  </a:lnTo>
                  <a:lnTo>
                    <a:pt x="647618" y="673035"/>
                  </a:lnTo>
                  <a:lnTo>
                    <a:pt x="650943" y="539752"/>
                  </a:lnTo>
                  <a:lnTo>
                    <a:pt x="730212" y="53921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F36AEA8-3AEE-2BD2-6A1A-683B2C33F84A}"/>
              </a:ext>
            </a:extLst>
          </p:cNvPr>
          <p:cNvGrpSpPr/>
          <p:nvPr userDrawn="1"/>
        </p:nvGrpSpPr>
        <p:grpSpPr>
          <a:xfrm>
            <a:off x="407988" y="416022"/>
            <a:ext cx="446425" cy="432024"/>
            <a:chOff x="3157789" y="1162600"/>
            <a:chExt cx="2232000" cy="21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314E6E3-A28B-A97E-0AE5-88C0DE0B4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3787" y="1162600"/>
              <a:ext cx="2159999" cy="216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46565262-88D8-725C-5ACD-4D69907B9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57789" y="1461401"/>
              <a:ext cx="2232000" cy="1562399"/>
            </a:xfrm>
            <a:prstGeom prst="rect">
              <a:avLst/>
            </a:prstGeom>
          </p:spPr>
        </p:pic>
      </p:grp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B149AD21-405B-D537-EB6C-FEB360C5FB03}"/>
              </a:ext>
            </a:extLst>
          </p:cNvPr>
          <p:cNvSpPr/>
          <p:nvPr userDrawn="1"/>
        </p:nvSpPr>
        <p:spPr>
          <a:xfrm>
            <a:off x="777665" y="416034"/>
            <a:ext cx="8213621" cy="432000"/>
          </a:xfrm>
          <a:custGeom>
            <a:avLst/>
            <a:gdLst>
              <a:gd name="connsiteX0" fmla="*/ 0 w 8213621"/>
              <a:gd name="connsiteY0" fmla="*/ 0 h 432000"/>
              <a:gd name="connsiteX1" fmla="*/ 7997621 w 8213621"/>
              <a:gd name="connsiteY1" fmla="*/ 0 h 432000"/>
              <a:gd name="connsiteX2" fmla="*/ 8213621 w 8213621"/>
              <a:gd name="connsiteY2" fmla="*/ 216000 h 432000"/>
              <a:gd name="connsiteX3" fmla="*/ 7997621 w 8213621"/>
              <a:gd name="connsiteY3" fmla="*/ 432000 h 432000"/>
              <a:gd name="connsiteX4" fmla="*/ 0 w 8213621"/>
              <a:gd name="connsiteY4" fmla="*/ 432000 h 432000"/>
              <a:gd name="connsiteX5" fmla="*/ 38100 w 8213621"/>
              <a:gd name="connsiteY5" fmla="*/ 400565 h 432000"/>
              <a:gd name="connsiteX6" fmla="*/ 114549 w 8213621"/>
              <a:gd name="connsiteY6" fmla="*/ 216000 h 432000"/>
              <a:gd name="connsiteX7" fmla="*/ 38100 w 8213621"/>
              <a:gd name="connsiteY7" fmla="*/ 31435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13621" h="432000">
                <a:moveTo>
                  <a:pt x="0" y="0"/>
                </a:moveTo>
                <a:lnTo>
                  <a:pt x="7997621" y="0"/>
                </a:lnTo>
                <a:cubicBezTo>
                  <a:pt x="8116915" y="0"/>
                  <a:pt x="8213621" y="96706"/>
                  <a:pt x="8213621" y="216000"/>
                </a:cubicBezTo>
                <a:cubicBezTo>
                  <a:pt x="8213621" y="335294"/>
                  <a:pt x="8116915" y="432000"/>
                  <a:pt x="7997621" y="432000"/>
                </a:cubicBezTo>
                <a:lnTo>
                  <a:pt x="0" y="432000"/>
                </a:lnTo>
                <a:lnTo>
                  <a:pt x="38100" y="400565"/>
                </a:lnTo>
                <a:cubicBezTo>
                  <a:pt x="85334" y="353331"/>
                  <a:pt x="114549" y="288077"/>
                  <a:pt x="114549" y="216000"/>
                </a:cubicBezTo>
                <a:cubicBezTo>
                  <a:pt x="114549" y="143923"/>
                  <a:pt x="85334" y="78670"/>
                  <a:pt x="38100" y="31435"/>
                </a:cubicBezTo>
                <a:close/>
              </a:path>
            </a:pathLst>
          </a:custGeom>
          <a:gradFill flip="none" rotWithShape="1">
            <a:gsLst>
              <a:gs pos="0">
                <a:srgbClr val="6492D4">
                  <a:alpha val="2000"/>
                </a:srgbClr>
              </a:gs>
              <a:gs pos="50000">
                <a:srgbClr val="6492D4">
                  <a:alpha val="10000"/>
                </a:srgbClr>
              </a:gs>
              <a:gs pos="98000">
                <a:srgbClr val="6492D4">
                  <a:alpha val="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4923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0CC007-663E-3E3F-D74F-2970C72E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65F5B6-97A1-CC4F-2F25-B645DF78B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EB1C62-F42D-7F3C-23AA-CC0F4280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14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8B683-B953-FF61-D18D-D45028EB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047D0B-09FC-555A-C5F8-F4F4ED278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92A03D-E9B6-4B69-6092-A0460BAE0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5EF479-3C2A-D643-9F33-FE83FF36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4EFBA6-BFF0-2A7E-35AE-25BA4E2C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B0CB2-411D-0116-DCB9-51514BE0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726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F1CDE-295D-F4CE-43A7-6A0565372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44895B-D3F8-231C-30B7-7B53F4D84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225514-EB1E-2AE8-59B0-C8F7DD9DD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E8961B-0AFB-EC1E-7875-78379A48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5B755F-0179-1697-88B7-14F6A7878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E5644F-317F-4CDA-8463-D9FF8CB9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455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A336AC-6B67-84A2-7F25-58AC53E82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ABCDB3-1B98-5B51-C012-64838D372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023FF2-23D9-DABE-8B25-22A7BC38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468F8A-04D8-ADC8-DD28-E01CEE0D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F207D-1451-6D53-3969-1D4CCE0C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009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BB6C21-0068-DC9B-1125-32CBCC3DC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5E97F1-9313-F711-41F7-E9D7BF7AA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B2440-BC26-A087-9378-BD3A45EC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1F086-1E90-CBEC-1FC0-0F43CBCD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98F5BD-6924-F1B4-F402-4174B858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7121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C41FD-D291-078E-EBEA-15CB58DCD1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8679" y="1882186"/>
            <a:ext cx="7296913" cy="952454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 b="1" i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请输入你的报告标题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859387-9124-0BE7-70B4-39F4D921E4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8678" y="2952814"/>
            <a:ext cx="4654297" cy="476186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演讲者：</a:t>
            </a:r>
            <a:r>
              <a:rPr kumimoji="1" lang="en-US" altLang="zh-CN" dirty="0"/>
              <a:t>XXX</a:t>
            </a:r>
            <a:r>
              <a:rPr kumimoji="1" lang="zh-CN" altLang="en-US" dirty="0"/>
              <a:t>         </a:t>
            </a:r>
            <a:r>
              <a:rPr kumimoji="1" lang="en-US" altLang="zh-CN" dirty="0"/>
              <a:t>2024.01.01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4273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A6A65-4DFA-6A87-0485-6D668E869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594954-F56C-C4C7-BAD5-099FC268D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37167E-094F-BADC-D469-EDEE70751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35B934-577D-84CB-D88D-3B551B57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FA5E7-8D7A-3348-D4DD-7D509331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4212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1BD39-E4D3-2F05-1B09-FDC8046A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1BB373-D20B-9176-AD67-D2B3AAB45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D0F451-00CB-FDCC-FCFE-B0BD50D5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245DB-FD21-7202-E325-8C04FAD8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58A6EC-584E-7EC1-F40A-6C6065CE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094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D1115-8208-E058-237F-BC1DD793F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731E03-EE9A-1613-F5FE-9BEDC6F41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3EE16E-D6E1-E1CC-8009-84E0DA42D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DF2872-A1A8-9DA8-1393-6ED6495E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553AEA-2DE3-3AF4-3E68-2B643EB0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867E8-C35C-DAD5-7E04-D408EE86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1570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EEB20-B095-A67A-707B-B0C25CD03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E48596-189E-649C-D002-AB2749DD7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E08FE8-DB88-F5C2-8325-C99F14526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6F4BF4-1048-CB78-DD1B-172A79DFF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3E3FB3-289F-FC37-37BF-273C1A5FB7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3BF5EB-A7C9-EFB8-F5AD-8453FBC5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3126A5-AF8C-4C69-2E99-98499601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471017-E9C9-5C9B-0B59-2219FBCA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7209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55629-FBC3-FC81-0C19-363ABF1E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C77FE0-91B6-15DE-4260-00DCB50D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859151-1E04-91FD-55B3-73E35FFE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F30A1E-156D-D50D-4749-4F622F1F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6535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31C187-F9DE-F966-E885-E7D0E0B2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8D2F1A-A36E-311D-4345-6FB23AC9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84CC76-D2A9-7806-68E2-7141B7FB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4870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AD273-8C0F-DD69-259C-813648D14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23293-BBFC-3092-F5AF-A0AAA6A4C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FF068C-4EBE-3846-4BD5-0FA88C5F7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5AFE2E-BCFF-7064-A69D-9B8D7E3B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ECFA33-8CD0-9C69-7B6F-C799783A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C68A46-C1FA-C1C2-AFA9-31EE01FB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7479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C0BDC-B868-873C-4167-D286CF7F2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70EDBB-F008-86B4-15E0-E4AE3DDE9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6DBCE55-A5C4-E7F6-644E-E34427DA7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DD9418-696D-E773-6253-D9747315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21B346-C345-9E49-82BC-FF743EBE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500B35-2DCF-0E9E-82F7-BD2ACF78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2956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43DD9-059B-24D2-3351-151B8481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9CD04A-34C7-DBFF-91EF-1837CCE7B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DE3214-F06A-872C-2B2D-6B8EF327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7563A5-84CA-8BBE-E176-750D2C9A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12170-6E41-85E5-5CE0-26DE99F5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7715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666156-2CE1-15D0-23AE-C90FF2443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2F20B6-3145-AB25-82A8-B711EA485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23479-6C57-3756-0110-08401E6E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E4CC4-92B7-F81D-DF65-2DD2EBB4C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C5496F-428E-AD2A-3E00-BD72CED4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822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82534D-CE83-4CE7-F766-5CAC54C95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FB0E4-A261-00FC-805C-C59DC895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8F2E08-AE89-3D73-EF6A-734573A6F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5C734-31BA-EB40-B66F-D6E0C70AAA90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17F92-AEF8-8F5C-A623-0B9F4FC6F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B9A55-EA1F-8955-0D6C-806F413D1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669EF-3193-A64C-A16D-ECBB57962A5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009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C311A-1D22-96CF-54CC-782B3AED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207700-EF28-3369-9CDF-C1D1A65E1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068160-40A7-007B-E367-AFAF7B5DD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18FEF-16A5-1541-947C-0ADF47CF4CA7}" type="datetimeFigureOut">
              <a:rPr kumimoji="1" lang="zh-CN" altLang="en-US" smtClean="0"/>
              <a:t>2025/12/23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6B09A-1537-C348-B072-31032FB28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CDC3B-AE21-742D-862C-F6317D1A8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54E4B-D603-B740-A204-C7289D844E2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493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6E91C5B-1F66-4A0B-A6FA-67955A0653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00350F5C-3530-BE6F-B39E-41D7E4D6FA31}"/>
              </a:ext>
            </a:extLst>
          </p:cNvPr>
          <p:cNvSpPr/>
          <p:nvPr/>
        </p:nvSpPr>
        <p:spPr>
          <a:xfrm>
            <a:off x="3666469" y="2920731"/>
            <a:ext cx="8527257" cy="3937268"/>
          </a:xfrm>
          <a:custGeom>
            <a:avLst/>
            <a:gdLst>
              <a:gd name="connsiteX0" fmla="*/ 0 w 8527257"/>
              <a:gd name="connsiteY0" fmla="*/ 1971458 h 3937268"/>
              <a:gd name="connsiteX1" fmla="*/ 8515433 w 8527257"/>
              <a:gd name="connsiteY1" fmla="*/ 3937269 h 3937268"/>
              <a:gd name="connsiteX2" fmla="*/ 8527258 w 8527257"/>
              <a:gd name="connsiteY2" fmla="*/ 3937269 h 3937268"/>
              <a:gd name="connsiteX3" fmla="*/ 8527258 w 8527257"/>
              <a:gd name="connsiteY3" fmla="*/ 0 h 3937268"/>
              <a:gd name="connsiteX4" fmla="*/ 0 w 8527257"/>
              <a:gd name="connsiteY4" fmla="*/ 1971458 h 393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27257" h="3937268">
                <a:moveTo>
                  <a:pt x="0" y="1971458"/>
                </a:moveTo>
                <a:cubicBezTo>
                  <a:pt x="2985677" y="1971458"/>
                  <a:pt x="5851144" y="2665636"/>
                  <a:pt x="8515433" y="3937269"/>
                </a:cubicBezTo>
                <a:lnTo>
                  <a:pt x="8527258" y="3937269"/>
                </a:lnTo>
                <a:lnTo>
                  <a:pt x="8527258" y="0"/>
                </a:lnTo>
                <a:cubicBezTo>
                  <a:pt x="5859643" y="1275242"/>
                  <a:pt x="2990058" y="1971458"/>
                  <a:pt x="0" y="1971458"/>
                </a:cubicBezTo>
                <a:close/>
              </a:path>
            </a:pathLst>
          </a:custGeom>
          <a:solidFill>
            <a:srgbClr val="6492D4"/>
          </a:solidFill>
          <a:ln w="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5B9DAF66-3C34-0B53-364F-E19FF0234B51}"/>
              </a:ext>
            </a:extLst>
          </p:cNvPr>
          <p:cNvSpPr/>
          <p:nvPr/>
        </p:nvSpPr>
        <p:spPr>
          <a:xfrm>
            <a:off x="0" y="4536911"/>
            <a:ext cx="3666469" cy="710554"/>
          </a:xfrm>
          <a:custGeom>
            <a:avLst/>
            <a:gdLst>
              <a:gd name="connsiteX0" fmla="*/ 3666469 w 3666469"/>
              <a:gd name="connsiteY0" fmla="*/ 355277 h 710554"/>
              <a:gd name="connsiteX1" fmla="*/ 0 w 3666469"/>
              <a:gd name="connsiteY1" fmla="*/ 0 h 710554"/>
              <a:gd name="connsiteX2" fmla="*/ 0 w 3666469"/>
              <a:gd name="connsiteY2" fmla="*/ 710554 h 710554"/>
              <a:gd name="connsiteX3" fmla="*/ 3666469 w 3666469"/>
              <a:gd name="connsiteY3" fmla="*/ 355277 h 710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6469" h="710554">
                <a:moveTo>
                  <a:pt x="3666469" y="355277"/>
                </a:moveTo>
                <a:cubicBezTo>
                  <a:pt x="2421362" y="355277"/>
                  <a:pt x="1197597" y="232505"/>
                  <a:pt x="0" y="0"/>
                </a:cubicBezTo>
                <a:lnTo>
                  <a:pt x="0" y="710554"/>
                </a:lnTo>
                <a:cubicBezTo>
                  <a:pt x="1197597" y="478050"/>
                  <a:pt x="2421362" y="355277"/>
                  <a:pt x="3666469" y="355277"/>
                </a:cubicBezTo>
                <a:close/>
              </a:path>
            </a:pathLst>
          </a:custGeom>
          <a:solidFill>
            <a:srgbClr val="96B41E"/>
          </a:solidFill>
          <a:ln w="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27408852-B7B9-38F4-7833-5E5D8C210221}"/>
              </a:ext>
            </a:extLst>
          </p:cNvPr>
          <p:cNvSpPr/>
          <p:nvPr/>
        </p:nvSpPr>
        <p:spPr>
          <a:xfrm>
            <a:off x="0" y="969"/>
            <a:ext cx="12193727" cy="4891220"/>
          </a:xfrm>
          <a:custGeom>
            <a:avLst/>
            <a:gdLst>
              <a:gd name="connsiteX0" fmla="*/ 3666469 w 12193727"/>
              <a:gd name="connsiteY0" fmla="*/ 4891220 h 4891220"/>
              <a:gd name="connsiteX1" fmla="*/ 12193727 w 12193727"/>
              <a:gd name="connsiteY1" fmla="*/ 2919762 h 4891220"/>
              <a:gd name="connsiteX2" fmla="*/ 12193727 w 12193727"/>
              <a:gd name="connsiteY2" fmla="*/ 0 h 4891220"/>
              <a:gd name="connsiteX3" fmla="*/ 0 w 12193727"/>
              <a:gd name="connsiteY3" fmla="*/ 0 h 4891220"/>
              <a:gd name="connsiteX4" fmla="*/ 0 w 12193727"/>
              <a:gd name="connsiteY4" fmla="*/ 4535943 h 4891220"/>
              <a:gd name="connsiteX5" fmla="*/ 3666469 w 12193727"/>
              <a:gd name="connsiteY5" fmla="*/ 4891220 h 4891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727" h="4891220">
                <a:moveTo>
                  <a:pt x="3666469" y="4891220"/>
                </a:moveTo>
                <a:cubicBezTo>
                  <a:pt x="6656528" y="4891220"/>
                  <a:pt x="9526112" y="4195005"/>
                  <a:pt x="12193727" y="2919762"/>
                </a:cubicBezTo>
                <a:lnTo>
                  <a:pt x="12193727" y="0"/>
                </a:lnTo>
                <a:lnTo>
                  <a:pt x="0" y="0"/>
                </a:lnTo>
                <a:lnTo>
                  <a:pt x="0" y="4535943"/>
                </a:lnTo>
                <a:cubicBezTo>
                  <a:pt x="1197597" y="4768448"/>
                  <a:pt x="2421362" y="4891220"/>
                  <a:pt x="3666469" y="4891220"/>
                </a:cubicBezTo>
                <a:close/>
              </a:path>
            </a:pathLst>
          </a:custGeom>
          <a:solidFill>
            <a:srgbClr val="0B308E"/>
          </a:solidFill>
          <a:ln w="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E13F1D25-DD76-A271-0880-F1CADF57D746}"/>
              </a:ext>
            </a:extLst>
          </p:cNvPr>
          <p:cNvSpPr/>
          <p:nvPr/>
        </p:nvSpPr>
        <p:spPr>
          <a:xfrm>
            <a:off x="0" y="4892189"/>
            <a:ext cx="12181902" cy="1965810"/>
          </a:xfrm>
          <a:custGeom>
            <a:avLst/>
            <a:gdLst>
              <a:gd name="connsiteX0" fmla="*/ 3666469 w 12181902"/>
              <a:gd name="connsiteY0" fmla="*/ 0 h 1965810"/>
              <a:gd name="connsiteX1" fmla="*/ 0 w 12181902"/>
              <a:gd name="connsiteY1" fmla="*/ 355272 h 1965810"/>
              <a:gd name="connsiteX2" fmla="*/ 0 w 12181902"/>
              <a:gd name="connsiteY2" fmla="*/ 1965811 h 1965810"/>
              <a:gd name="connsiteX3" fmla="*/ 12181902 w 12181902"/>
              <a:gd name="connsiteY3" fmla="*/ 1965811 h 1965810"/>
              <a:gd name="connsiteX4" fmla="*/ 3666469 w 12181902"/>
              <a:gd name="connsiteY4" fmla="*/ 0 h 19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1902" h="1965810">
                <a:moveTo>
                  <a:pt x="3666469" y="0"/>
                </a:moveTo>
                <a:cubicBezTo>
                  <a:pt x="2421362" y="0"/>
                  <a:pt x="1197597" y="122772"/>
                  <a:pt x="0" y="355272"/>
                </a:cubicBezTo>
                <a:lnTo>
                  <a:pt x="0" y="1965811"/>
                </a:lnTo>
                <a:lnTo>
                  <a:pt x="12181902" y="1965811"/>
                </a:lnTo>
                <a:cubicBezTo>
                  <a:pt x="9517613" y="694178"/>
                  <a:pt x="6652146" y="0"/>
                  <a:pt x="3666469" y="0"/>
                </a:cubicBezTo>
                <a:close/>
              </a:path>
            </a:pathLst>
          </a:custGeom>
          <a:solidFill>
            <a:srgbClr val="FFFFFF"/>
          </a:solidFill>
          <a:ln w="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462C75-DBC0-DFAC-7701-10ABE4483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6517" y="419405"/>
            <a:ext cx="2256363" cy="5355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AAD96DA-A547-44C3-527A-3BB8CA701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6" y="5580910"/>
            <a:ext cx="3666469" cy="6414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BC020E5-468B-4006-009C-D4F2AC41A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API </a:t>
            </a:r>
            <a:r>
              <a:rPr kumimoji="1" lang="zh-CN" altLang="en-US" dirty="0"/>
              <a:t>文档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D38731-38CC-4E40-8D78-7E1F76C7A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679" y="3313089"/>
            <a:ext cx="4654297" cy="476186"/>
          </a:xfrm>
        </p:spPr>
        <p:txBody>
          <a:bodyPr/>
          <a:lstStyle/>
          <a:p>
            <a:r>
              <a:rPr kumimoji="1" lang="zh-CN" altLang="en-US" dirty="0" smtClean="0"/>
              <a:t>李</a:t>
            </a:r>
            <a:r>
              <a:rPr kumimoji="1" lang="zh-CN" altLang="en-US" dirty="0"/>
              <a:t>佳盈         </a:t>
            </a:r>
            <a:r>
              <a:rPr kumimoji="1" lang="en-US" altLang="zh-CN" dirty="0" smtClean="0"/>
              <a:t>2025.12.23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61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F383E3D-57F2-89BC-788F-7BE46F87B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5703"/>
            <a:ext cx="6098400" cy="34322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8DFCD4-C888-4A10-E1CE-2B59F0979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" y="3429206"/>
            <a:ext cx="6098400" cy="34287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75A3E1C-7D41-B167-A7C6-1595A127C789}"/>
              </a:ext>
            </a:extLst>
          </p:cNvPr>
          <p:cNvSpPr txBox="1"/>
          <p:nvPr/>
        </p:nvSpPr>
        <p:spPr>
          <a:xfrm>
            <a:off x="4549075" y="5483229"/>
            <a:ext cx="27120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600" b="1" spc="600" dirty="0">
                <a:solidFill>
                  <a:srgbClr val="404040">
                    <a:alpha val="20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 Narrow" panose="020B0604020202020204" pitchFamily="34" charset="0"/>
              </a:rPr>
              <a:t>目 录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BAFC70B-43D5-66F9-2412-00D0B561C254}"/>
              </a:ext>
            </a:extLst>
          </p:cNvPr>
          <p:cNvGrpSpPr/>
          <p:nvPr/>
        </p:nvGrpSpPr>
        <p:grpSpPr>
          <a:xfrm>
            <a:off x="4549075" y="678843"/>
            <a:ext cx="3448274" cy="720000"/>
            <a:chOff x="1178162" y="1273006"/>
            <a:chExt cx="3448274" cy="720000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844D589D-8E47-EB4B-60EA-64F7A57921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8162" y="1273006"/>
              <a:ext cx="720000" cy="72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168C4CB-B65D-9CBB-5F09-FD28768C3194}"/>
                </a:ext>
              </a:extLst>
            </p:cNvPr>
            <p:cNvSpPr txBox="1"/>
            <p:nvPr/>
          </p:nvSpPr>
          <p:spPr>
            <a:xfrm>
              <a:off x="2112606" y="1309841"/>
              <a:ext cx="25138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b="1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什么是 </a:t>
              </a:r>
              <a:r>
                <a:rPr lang="en-US" altLang="zh-CN" sz="3600" b="1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API</a:t>
              </a:r>
              <a:endParaRPr lang="zh-CN" altLang="zh-CN" sz="3600" b="1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0AD8F30-961D-D169-821B-F20718004460}"/>
                </a:ext>
              </a:extLst>
            </p:cNvPr>
            <p:cNvSpPr txBox="1"/>
            <p:nvPr/>
          </p:nvSpPr>
          <p:spPr>
            <a:xfrm>
              <a:off x="1287933" y="1309841"/>
              <a:ext cx="5004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Bahnschrift Light Condensed" panose="020B0502040204020203" pitchFamily="34" charset="0"/>
                  <a:ea typeface="+mj-ea"/>
                </a:rPr>
                <a:t>01</a:t>
              </a:r>
              <a:endParaRPr lang="zh-CN" altLang="zh-CN" sz="3600" dirty="0">
                <a:solidFill>
                  <a:schemeClr val="bg1"/>
                </a:solidFill>
                <a:latin typeface="Bahnschrift Light Condensed" panose="020B0502040204020203" pitchFamily="34" charset="0"/>
                <a:ea typeface="+mj-ea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B6B05A4-EDA9-A87C-04C9-4C4F1BFAE647}"/>
              </a:ext>
            </a:extLst>
          </p:cNvPr>
          <p:cNvGrpSpPr/>
          <p:nvPr/>
        </p:nvGrpSpPr>
        <p:grpSpPr>
          <a:xfrm>
            <a:off x="4549075" y="2011322"/>
            <a:ext cx="2965769" cy="720000"/>
            <a:chOff x="1178162" y="2615057"/>
            <a:chExt cx="2965769" cy="72000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1FE193F6-35C1-658B-6966-6F972FD20A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78162" y="2615057"/>
              <a:ext cx="720000" cy="72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6AED726-1960-70AD-0C42-D6DEBCC898AC}"/>
                </a:ext>
              </a:extLst>
            </p:cNvPr>
            <p:cNvSpPr txBox="1"/>
            <p:nvPr/>
          </p:nvSpPr>
          <p:spPr>
            <a:xfrm>
              <a:off x="2112606" y="2651892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b="1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文档架构</a:t>
              </a:r>
              <a:endParaRPr lang="zh-CN" altLang="zh-CN" sz="3600" b="1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3452DD6-64BA-98BC-8666-582FEEE98418}"/>
                </a:ext>
              </a:extLst>
            </p:cNvPr>
            <p:cNvSpPr txBox="1"/>
            <p:nvPr/>
          </p:nvSpPr>
          <p:spPr>
            <a:xfrm>
              <a:off x="1257476" y="2651892"/>
              <a:ext cx="5613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Bahnschrift Light Condensed" panose="020B0502040204020203" pitchFamily="34" charset="0"/>
                  <a:ea typeface="+mj-ea"/>
                </a:rPr>
                <a:t>02</a:t>
              </a:r>
              <a:endParaRPr lang="zh-CN" altLang="zh-CN" sz="3600" dirty="0">
                <a:solidFill>
                  <a:schemeClr val="bg1"/>
                </a:solidFill>
                <a:latin typeface="Bahnschrift Light Condensed" panose="020B0502040204020203" pitchFamily="34" charset="0"/>
                <a:ea typeface="+mj-ea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6994203-9FDF-144C-22F9-5B9D29919563}"/>
              </a:ext>
            </a:extLst>
          </p:cNvPr>
          <p:cNvGrpSpPr/>
          <p:nvPr/>
        </p:nvGrpSpPr>
        <p:grpSpPr>
          <a:xfrm>
            <a:off x="4549075" y="3374466"/>
            <a:ext cx="2965769" cy="720000"/>
            <a:chOff x="6901904" y="2615057"/>
            <a:chExt cx="2965769" cy="720000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365417E-17DF-7F82-EF18-C36F298361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01904" y="2615057"/>
              <a:ext cx="720000" cy="72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A146EE3-028D-E1EE-EAE6-789974C71F96}"/>
                </a:ext>
              </a:extLst>
            </p:cNvPr>
            <p:cNvSpPr txBox="1"/>
            <p:nvPr/>
          </p:nvSpPr>
          <p:spPr>
            <a:xfrm>
              <a:off x="7836348" y="2651892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b="1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常用表达</a:t>
              </a:r>
              <a:endParaRPr lang="zh-CN" altLang="zh-CN" sz="3600" b="1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B13EBAD-ECCF-5BE2-94F5-55DE942B7CB0}"/>
                </a:ext>
              </a:extLst>
            </p:cNvPr>
            <p:cNvSpPr txBox="1"/>
            <p:nvPr/>
          </p:nvSpPr>
          <p:spPr>
            <a:xfrm>
              <a:off x="6974005" y="2651892"/>
              <a:ext cx="5597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chemeClr val="bg1"/>
                  </a:solidFill>
                  <a:latin typeface="Bahnschrift Light Condensed" panose="020B0502040204020203" pitchFamily="34" charset="0"/>
                  <a:ea typeface="+mj-ea"/>
                </a:rPr>
                <a:t>03</a:t>
              </a:r>
              <a:endParaRPr lang="zh-CN" altLang="zh-CN" sz="3600" dirty="0">
                <a:solidFill>
                  <a:schemeClr val="bg1"/>
                </a:solidFill>
                <a:latin typeface="Bahnschrift Light Condensed" panose="020B0502040204020203" pitchFamily="34" charset="0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451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F383E3D-57F2-89BC-788F-7BE46F87B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5703"/>
            <a:ext cx="6098400" cy="34322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8DFCD4-C888-4A10-E1CE-2B59F0979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" y="3429206"/>
            <a:ext cx="6098400" cy="34287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75A3E1C-7D41-B167-A7C6-1595A127C789}"/>
              </a:ext>
            </a:extLst>
          </p:cNvPr>
          <p:cNvSpPr txBox="1"/>
          <p:nvPr/>
        </p:nvSpPr>
        <p:spPr>
          <a:xfrm>
            <a:off x="4739987" y="5190385"/>
            <a:ext cx="2712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404040">
                    <a:alpha val="30000"/>
                  </a:srgbClr>
                </a:solidFill>
                <a:latin typeface="Bahnschrift SemiCondensed" panose="020B0502040204020203" pitchFamily="34" charset="0"/>
                <a:cs typeface="Arial Narrow" panose="020B0604020202020204" pitchFamily="34" charset="0"/>
              </a:rPr>
              <a:t>01</a:t>
            </a:r>
            <a:endParaRPr kumimoji="1" lang="zh-CN" altLang="en-US" sz="9600" b="1" dirty="0">
              <a:solidFill>
                <a:srgbClr val="404040">
                  <a:alpha val="30000"/>
                </a:srgbClr>
              </a:solidFill>
              <a:latin typeface="Bahnschrift SemiCondensed" panose="020B0502040204020203" pitchFamily="34" charset="0"/>
              <a:cs typeface="Arial Narrow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E92523-2C52-FA7D-CB5B-B7323B2F5B44}"/>
              </a:ext>
            </a:extLst>
          </p:cNvPr>
          <p:cNvSpPr txBox="1"/>
          <p:nvPr/>
        </p:nvSpPr>
        <p:spPr>
          <a:xfrm>
            <a:off x="2960390" y="2038957"/>
            <a:ext cx="6271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 </a:t>
            </a:r>
            <a:r>
              <a:rPr lang="en-US" altLang="zh-CN" sz="5400" b="1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endParaRPr lang="zh-CN" altLang="en-US" sz="5400" b="1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8" name="图形 12">
            <a:extLst>
              <a:ext uri="{FF2B5EF4-FFF2-40B4-BE49-F238E27FC236}">
                <a16:creationId xmlns:a16="http://schemas.microsoft.com/office/drawing/2014/main" id="{F315A454-F3BC-0BDC-6F47-3A608413E601}"/>
              </a:ext>
            </a:extLst>
          </p:cNvPr>
          <p:cNvGrpSpPr/>
          <p:nvPr/>
        </p:nvGrpSpPr>
        <p:grpSpPr>
          <a:xfrm>
            <a:off x="5092351" y="528490"/>
            <a:ext cx="2007298" cy="474400"/>
            <a:chOff x="1739537" y="98099"/>
            <a:chExt cx="7772367" cy="1836903"/>
          </a:xfrm>
        </p:grpSpPr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5BD30028-6780-C755-19BE-28F5A0E544ED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88BF128D-D031-5713-BD37-C4E9E5248078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B90800AE-F79B-A36E-0D4E-C414D664BA2B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CD96741A-D2BE-1679-B729-CEED2193AF40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AA7C392F-B602-EADA-F5C7-A39FE5B8B5D3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6B52B552-0BBE-B745-E8A1-CADA01FF348D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1E4110E8-0E33-71BB-A3EE-ABA96BC047CF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66BFE32E-859A-821B-E8CC-E6E0219EE591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13335B1D-25CB-A948-60BD-E52467CD23C7}"/>
                </a:ext>
              </a:extLst>
            </p:cNvPr>
            <p:cNvSpPr/>
            <p:nvPr/>
          </p:nvSpPr>
          <p:spPr>
            <a:xfrm>
              <a:off x="8592880" y="782716"/>
              <a:ext cx="919023" cy="883398"/>
            </a:xfrm>
            <a:custGeom>
              <a:avLst/>
              <a:gdLst>
                <a:gd name="connsiteX0" fmla="*/ 422704 w 919023"/>
                <a:gd name="connsiteY0" fmla="*/ 775658 h 883398"/>
                <a:gd name="connsiteX1" fmla="*/ 234232 w 919023"/>
                <a:gd name="connsiteY1" fmla="*/ 640766 h 883398"/>
                <a:gd name="connsiteX2" fmla="*/ 234232 w 919023"/>
                <a:gd name="connsiteY2" fmla="*/ 311720 h 883398"/>
                <a:gd name="connsiteX3" fmla="*/ 19347 w 919023"/>
                <a:gd name="connsiteY3" fmla="*/ 311720 h 883398"/>
                <a:gd name="connsiteX4" fmla="*/ 19347 w 919023"/>
                <a:gd name="connsiteY4" fmla="*/ 421071 h 883398"/>
                <a:gd name="connsiteX5" fmla="*/ 121113 w 919023"/>
                <a:gd name="connsiteY5" fmla="*/ 421071 h 883398"/>
                <a:gd name="connsiteX6" fmla="*/ 121113 w 919023"/>
                <a:gd name="connsiteY6" fmla="*/ 677602 h 883398"/>
                <a:gd name="connsiteX7" fmla="*/ 0 w 919023"/>
                <a:gd name="connsiteY7" fmla="*/ 781042 h 883398"/>
                <a:gd name="connsiteX8" fmla="*/ 61803 w 919023"/>
                <a:gd name="connsiteY8" fmla="*/ 883399 h 883398"/>
                <a:gd name="connsiteX9" fmla="*/ 177711 w 919023"/>
                <a:gd name="connsiteY9" fmla="*/ 768129 h 883398"/>
                <a:gd name="connsiteX10" fmla="*/ 392519 w 919023"/>
                <a:gd name="connsiteY10" fmla="*/ 877128 h 883398"/>
                <a:gd name="connsiteX11" fmla="*/ 890096 w 919023"/>
                <a:gd name="connsiteY11" fmla="*/ 877128 h 883398"/>
                <a:gd name="connsiteX12" fmla="*/ 919024 w 919023"/>
                <a:gd name="connsiteY12" fmla="*/ 775658 h 883398"/>
                <a:gd name="connsiteX13" fmla="*/ 422704 w 919023"/>
                <a:gd name="connsiteY13" fmla="*/ 775658 h 883398"/>
                <a:gd name="connsiteX14" fmla="*/ 314595 w 919023"/>
                <a:gd name="connsiteY14" fmla="*/ 590206 h 883398"/>
                <a:gd name="connsiteX15" fmla="*/ 315830 w 919023"/>
                <a:gd name="connsiteY15" fmla="*/ 705202 h 883398"/>
                <a:gd name="connsiteX16" fmla="*/ 593328 w 919023"/>
                <a:gd name="connsiteY16" fmla="*/ 480145 h 883398"/>
                <a:gd name="connsiteX17" fmla="*/ 771214 w 919023"/>
                <a:gd name="connsiteY17" fmla="*/ 696973 h 883398"/>
                <a:gd name="connsiteX18" fmla="*/ 911149 w 919023"/>
                <a:gd name="connsiteY18" fmla="*/ 696973 h 883398"/>
                <a:gd name="connsiteX19" fmla="*/ 624410 w 919023"/>
                <a:gd name="connsiteY19" fmla="*/ 357985 h 883398"/>
                <a:gd name="connsiteX20" fmla="*/ 626214 w 919023"/>
                <a:gd name="connsiteY20" fmla="*/ 304199 h 883398"/>
                <a:gd name="connsiteX21" fmla="*/ 886312 w 919023"/>
                <a:gd name="connsiteY21" fmla="*/ 304199 h 883398"/>
                <a:gd name="connsiteX22" fmla="*/ 886312 w 919023"/>
                <a:gd name="connsiteY22" fmla="*/ 202393 h 883398"/>
                <a:gd name="connsiteX23" fmla="*/ 633728 w 919023"/>
                <a:gd name="connsiteY23" fmla="*/ 202393 h 883398"/>
                <a:gd name="connsiteX24" fmla="*/ 637479 w 919023"/>
                <a:gd name="connsiteY24" fmla="*/ 0 h 883398"/>
                <a:gd name="connsiteX25" fmla="*/ 520609 w 919023"/>
                <a:gd name="connsiteY25" fmla="*/ 0 h 883398"/>
                <a:gd name="connsiteX26" fmla="*/ 516924 w 919023"/>
                <a:gd name="connsiteY26" fmla="*/ 202393 h 883398"/>
                <a:gd name="connsiteX27" fmla="*/ 302050 w 919023"/>
                <a:gd name="connsiteY27" fmla="*/ 202393 h 883398"/>
                <a:gd name="connsiteX28" fmla="*/ 302050 w 919023"/>
                <a:gd name="connsiteY28" fmla="*/ 304199 h 883398"/>
                <a:gd name="connsiteX29" fmla="*/ 513074 w 919023"/>
                <a:gd name="connsiteY29" fmla="*/ 304199 h 883398"/>
                <a:gd name="connsiteX30" fmla="*/ 314595 w 919023"/>
                <a:gd name="connsiteY30" fmla="*/ 590206 h 883398"/>
                <a:gd name="connsiteX31" fmla="*/ 283130 w 919023"/>
                <a:gd name="connsiteY31" fmla="*/ 183466 h 883398"/>
                <a:gd name="connsiteX32" fmla="*/ 157292 w 919023"/>
                <a:gd name="connsiteY32" fmla="*/ 3049 h 883398"/>
                <a:gd name="connsiteX33" fmla="*/ 64953 w 919023"/>
                <a:gd name="connsiteY33" fmla="*/ 61029 h 883398"/>
                <a:gd name="connsiteX34" fmla="*/ 187029 w 919023"/>
                <a:gd name="connsiteY34" fmla="*/ 246296 h 883398"/>
                <a:gd name="connsiteX35" fmla="*/ 283130 w 919023"/>
                <a:gd name="connsiteY35" fmla="*/ 183466 h 88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19023" h="883398">
                  <a:moveTo>
                    <a:pt x="422704" y="775658"/>
                  </a:moveTo>
                  <a:cubicBezTo>
                    <a:pt x="325509" y="775658"/>
                    <a:pt x="234232" y="714165"/>
                    <a:pt x="234232" y="640766"/>
                  </a:cubicBezTo>
                  <a:lnTo>
                    <a:pt x="234232" y="311720"/>
                  </a:lnTo>
                  <a:lnTo>
                    <a:pt x="19347" y="311720"/>
                  </a:lnTo>
                  <a:lnTo>
                    <a:pt x="19347" y="421071"/>
                  </a:lnTo>
                  <a:lnTo>
                    <a:pt x="121113" y="421071"/>
                  </a:lnTo>
                  <a:lnTo>
                    <a:pt x="121113" y="677602"/>
                  </a:lnTo>
                  <a:cubicBezTo>
                    <a:pt x="83381" y="707719"/>
                    <a:pt x="37633" y="743308"/>
                    <a:pt x="0" y="781042"/>
                  </a:cubicBezTo>
                  <a:lnTo>
                    <a:pt x="61803" y="883399"/>
                  </a:lnTo>
                  <a:cubicBezTo>
                    <a:pt x="91912" y="845643"/>
                    <a:pt x="124952" y="813381"/>
                    <a:pt x="177711" y="768129"/>
                  </a:cubicBezTo>
                  <a:cubicBezTo>
                    <a:pt x="225362" y="833474"/>
                    <a:pt x="305627" y="877128"/>
                    <a:pt x="392519" y="877128"/>
                  </a:cubicBezTo>
                  <a:lnTo>
                    <a:pt x="890096" y="877128"/>
                  </a:lnTo>
                  <a:lnTo>
                    <a:pt x="919024" y="775658"/>
                  </a:lnTo>
                  <a:lnTo>
                    <a:pt x="422704" y="775658"/>
                  </a:lnTo>
                  <a:close/>
                  <a:moveTo>
                    <a:pt x="314595" y="590206"/>
                  </a:moveTo>
                  <a:lnTo>
                    <a:pt x="315830" y="705202"/>
                  </a:lnTo>
                  <a:cubicBezTo>
                    <a:pt x="430754" y="668814"/>
                    <a:pt x="550248" y="570846"/>
                    <a:pt x="593328" y="480145"/>
                  </a:cubicBezTo>
                  <a:cubicBezTo>
                    <a:pt x="696439" y="588247"/>
                    <a:pt x="732881" y="641127"/>
                    <a:pt x="771214" y="696973"/>
                  </a:cubicBezTo>
                  <a:lnTo>
                    <a:pt x="911149" y="696973"/>
                  </a:lnTo>
                  <a:cubicBezTo>
                    <a:pt x="850768" y="612542"/>
                    <a:pt x="700552" y="432912"/>
                    <a:pt x="624410" y="357985"/>
                  </a:cubicBezTo>
                  <a:cubicBezTo>
                    <a:pt x="625121" y="328667"/>
                    <a:pt x="625045" y="330369"/>
                    <a:pt x="626214" y="304199"/>
                  </a:cubicBezTo>
                  <a:lnTo>
                    <a:pt x="886312" y="304199"/>
                  </a:lnTo>
                  <a:lnTo>
                    <a:pt x="886312" y="202393"/>
                  </a:lnTo>
                  <a:lnTo>
                    <a:pt x="633728" y="202393"/>
                  </a:lnTo>
                  <a:cubicBezTo>
                    <a:pt x="633728" y="202393"/>
                    <a:pt x="637479" y="27694"/>
                    <a:pt x="637479" y="0"/>
                  </a:cubicBezTo>
                  <a:lnTo>
                    <a:pt x="520609" y="0"/>
                  </a:lnTo>
                  <a:cubicBezTo>
                    <a:pt x="520609" y="88112"/>
                    <a:pt x="519341" y="157119"/>
                    <a:pt x="516924" y="202393"/>
                  </a:cubicBezTo>
                  <a:lnTo>
                    <a:pt x="302050" y="202393"/>
                  </a:lnTo>
                  <a:lnTo>
                    <a:pt x="302050" y="304199"/>
                  </a:lnTo>
                  <a:lnTo>
                    <a:pt x="513074" y="304199"/>
                  </a:lnTo>
                  <a:cubicBezTo>
                    <a:pt x="508065" y="434969"/>
                    <a:pt x="471154" y="525769"/>
                    <a:pt x="314595" y="590206"/>
                  </a:cubicBezTo>
                  <a:close/>
                  <a:moveTo>
                    <a:pt x="283130" y="183466"/>
                  </a:moveTo>
                  <a:cubicBezTo>
                    <a:pt x="251982" y="128713"/>
                    <a:pt x="190966" y="41135"/>
                    <a:pt x="157292" y="3049"/>
                  </a:cubicBezTo>
                  <a:lnTo>
                    <a:pt x="64953" y="61029"/>
                  </a:lnTo>
                  <a:cubicBezTo>
                    <a:pt x="102302" y="108082"/>
                    <a:pt x="151298" y="186971"/>
                    <a:pt x="187029" y="246296"/>
                  </a:cubicBezTo>
                  <a:lnTo>
                    <a:pt x="283130" y="18346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AAB9FB52-FCA2-3F99-6E42-0A692BE3F54D}"/>
                </a:ext>
              </a:extLst>
            </p:cNvPr>
            <p:cNvSpPr/>
            <p:nvPr/>
          </p:nvSpPr>
          <p:spPr>
            <a:xfrm>
              <a:off x="8111796" y="1230368"/>
              <a:ext cx="375763" cy="432725"/>
            </a:xfrm>
            <a:custGeom>
              <a:avLst/>
              <a:gdLst>
                <a:gd name="connsiteX0" fmla="*/ 105528 w 375763"/>
                <a:gd name="connsiteY0" fmla="*/ 0 h 432725"/>
                <a:gd name="connsiteX1" fmla="*/ 0 w 375763"/>
                <a:gd name="connsiteY1" fmla="*/ 0 h 432725"/>
                <a:gd name="connsiteX2" fmla="*/ 0 w 375763"/>
                <a:gd name="connsiteY2" fmla="*/ 311918 h 432725"/>
                <a:gd name="connsiteX3" fmla="*/ 124339 w 375763"/>
                <a:gd name="connsiteY3" fmla="*/ 432726 h 432725"/>
                <a:gd name="connsiteX4" fmla="*/ 375764 w 375763"/>
                <a:gd name="connsiteY4" fmla="*/ 432189 h 432725"/>
                <a:gd name="connsiteX5" fmla="*/ 375764 w 375763"/>
                <a:gd name="connsiteY5" fmla="*/ 340503 h 432725"/>
                <a:gd name="connsiteX6" fmla="*/ 158287 w 375763"/>
                <a:gd name="connsiteY6" fmla="*/ 340503 h 432725"/>
                <a:gd name="connsiteX7" fmla="*/ 105528 w 375763"/>
                <a:gd name="connsiteY7" fmla="*/ 293095 h 432725"/>
                <a:gd name="connsiteX8" fmla="*/ 105528 w 375763"/>
                <a:gd name="connsiteY8" fmla="*/ 237960 h 432725"/>
                <a:gd name="connsiteX9" fmla="*/ 353114 w 375763"/>
                <a:gd name="connsiteY9" fmla="*/ 159527 h 432725"/>
                <a:gd name="connsiteX10" fmla="*/ 353114 w 375763"/>
                <a:gd name="connsiteY10" fmla="*/ 48043 h 432725"/>
                <a:gd name="connsiteX11" fmla="*/ 105528 w 375763"/>
                <a:gd name="connsiteY11" fmla="*/ 129519 h 432725"/>
                <a:gd name="connsiteX12" fmla="*/ 105528 w 375763"/>
                <a:gd name="connsiteY12" fmla="*/ 0 h 43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5763" h="432725">
                  <a:moveTo>
                    <a:pt x="105528" y="0"/>
                  </a:moveTo>
                  <a:lnTo>
                    <a:pt x="0" y="0"/>
                  </a:lnTo>
                  <a:lnTo>
                    <a:pt x="0" y="311918"/>
                  </a:lnTo>
                  <a:cubicBezTo>
                    <a:pt x="0" y="392409"/>
                    <a:pt x="41384" y="432726"/>
                    <a:pt x="124339" y="432726"/>
                  </a:cubicBezTo>
                  <a:cubicBezTo>
                    <a:pt x="124339" y="432726"/>
                    <a:pt x="362148" y="432189"/>
                    <a:pt x="375764" y="432189"/>
                  </a:cubicBezTo>
                  <a:lnTo>
                    <a:pt x="375764" y="340503"/>
                  </a:lnTo>
                  <a:lnTo>
                    <a:pt x="158287" y="340503"/>
                  </a:lnTo>
                  <a:cubicBezTo>
                    <a:pt x="120588" y="340503"/>
                    <a:pt x="103013" y="325794"/>
                    <a:pt x="105528" y="293095"/>
                  </a:cubicBezTo>
                  <a:lnTo>
                    <a:pt x="105528" y="237960"/>
                  </a:lnTo>
                  <a:cubicBezTo>
                    <a:pt x="105528" y="237960"/>
                    <a:pt x="296669" y="196363"/>
                    <a:pt x="353114" y="159527"/>
                  </a:cubicBezTo>
                  <a:lnTo>
                    <a:pt x="353114" y="48043"/>
                  </a:lnTo>
                  <a:cubicBezTo>
                    <a:pt x="272959" y="87572"/>
                    <a:pt x="105528" y="129519"/>
                    <a:pt x="105528" y="129519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A60EA818-DE3C-C030-D791-C5F44F9C95A7}"/>
                </a:ext>
              </a:extLst>
            </p:cNvPr>
            <p:cNvSpPr/>
            <p:nvPr/>
          </p:nvSpPr>
          <p:spPr>
            <a:xfrm>
              <a:off x="8111796" y="773926"/>
              <a:ext cx="367714" cy="418577"/>
            </a:xfrm>
            <a:custGeom>
              <a:avLst/>
              <a:gdLst>
                <a:gd name="connsiteX0" fmla="*/ 105528 w 367714"/>
                <a:gd name="connsiteY0" fmla="*/ 0 h 418577"/>
                <a:gd name="connsiteX1" fmla="*/ 0 w 367714"/>
                <a:gd name="connsiteY1" fmla="*/ 0 h 418577"/>
                <a:gd name="connsiteX2" fmla="*/ 0 w 367714"/>
                <a:gd name="connsiteY2" fmla="*/ 294263 h 418577"/>
                <a:gd name="connsiteX3" fmla="*/ 124339 w 367714"/>
                <a:gd name="connsiteY3" fmla="*/ 418577 h 418577"/>
                <a:gd name="connsiteX4" fmla="*/ 367714 w 367714"/>
                <a:gd name="connsiteY4" fmla="*/ 418577 h 418577"/>
                <a:gd name="connsiteX5" fmla="*/ 367714 w 367714"/>
                <a:gd name="connsiteY5" fmla="*/ 327344 h 418577"/>
                <a:gd name="connsiteX6" fmla="*/ 158287 w 367714"/>
                <a:gd name="connsiteY6" fmla="*/ 327344 h 418577"/>
                <a:gd name="connsiteX7" fmla="*/ 105528 w 367714"/>
                <a:gd name="connsiteY7" fmla="*/ 275363 h 418577"/>
                <a:gd name="connsiteX8" fmla="*/ 105528 w 367714"/>
                <a:gd name="connsiteY8" fmla="*/ 235117 h 418577"/>
                <a:gd name="connsiteX9" fmla="*/ 353114 w 367714"/>
                <a:gd name="connsiteY9" fmla="*/ 151476 h 418577"/>
                <a:gd name="connsiteX10" fmla="*/ 353114 w 367714"/>
                <a:gd name="connsiteY10" fmla="*/ 44462 h 418577"/>
                <a:gd name="connsiteX11" fmla="*/ 105528 w 367714"/>
                <a:gd name="connsiteY11" fmla="*/ 126121 h 418577"/>
                <a:gd name="connsiteX12" fmla="*/ 105528 w 367714"/>
                <a:gd name="connsiteY12" fmla="*/ 0 h 41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7714" h="418577">
                  <a:moveTo>
                    <a:pt x="105528" y="0"/>
                  </a:moveTo>
                  <a:lnTo>
                    <a:pt x="0" y="0"/>
                  </a:lnTo>
                  <a:lnTo>
                    <a:pt x="0" y="294263"/>
                  </a:lnTo>
                  <a:cubicBezTo>
                    <a:pt x="0" y="377169"/>
                    <a:pt x="41384" y="418577"/>
                    <a:pt x="124339" y="418577"/>
                  </a:cubicBezTo>
                  <a:lnTo>
                    <a:pt x="367714" y="418577"/>
                  </a:lnTo>
                  <a:lnTo>
                    <a:pt x="367714" y="327344"/>
                  </a:lnTo>
                  <a:lnTo>
                    <a:pt x="158287" y="327344"/>
                  </a:lnTo>
                  <a:cubicBezTo>
                    <a:pt x="120588" y="329860"/>
                    <a:pt x="103013" y="310576"/>
                    <a:pt x="105528" y="275363"/>
                  </a:cubicBezTo>
                  <a:lnTo>
                    <a:pt x="105528" y="235117"/>
                  </a:lnTo>
                  <a:cubicBezTo>
                    <a:pt x="105528" y="235117"/>
                    <a:pt x="278591" y="187962"/>
                    <a:pt x="353114" y="151476"/>
                  </a:cubicBezTo>
                  <a:lnTo>
                    <a:pt x="353114" y="44462"/>
                  </a:lnTo>
                  <a:cubicBezTo>
                    <a:pt x="220801" y="100764"/>
                    <a:pt x="105528" y="126121"/>
                    <a:pt x="105528" y="126121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8436E65E-7C5A-73F6-8BA4-FF398043467C}"/>
                </a:ext>
              </a:extLst>
            </p:cNvPr>
            <p:cNvSpPr/>
            <p:nvPr/>
          </p:nvSpPr>
          <p:spPr>
            <a:xfrm>
              <a:off x="7616275" y="771563"/>
              <a:ext cx="426356" cy="304199"/>
            </a:xfrm>
            <a:custGeom>
              <a:avLst/>
              <a:gdLst>
                <a:gd name="connsiteX0" fmla="*/ 269524 w 426356"/>
                <a:gd name="connsiteY0" fmla="*/ 153001 h 304199"/>
                <a:gd name="connsiteX1" fmla="*/ 313501 w 426356"/>
                <a:gd name="connsiteY1" fmla="*/ 212328 h 304199"/>
                <a:gd name="connsiteX2" fmla="*/ 137846 w 426356"/>
                <a:gd name="connsiteY2" fmla="*/ 212328 h 304199"/>
                <a:gd name="connsiteX3" fmla="*/ 296921 w 426356"/>
                <a:gd name="connsiteY3" fmla="*/ 0 h 304199"/>
                <a:gd name="connsiteX4" fmla="*/ 165057 w 426356"/>
                <a:gd name="connsiteY4" fmla="*/ 0 h 304199"/>
                <a:gd name="connsiteX5" fmla="*/ 0 w 426356"/>
                <a:gd name="connsiteY5" fmla="*/ 222008 h 304199"/>
                <a:gd name="connsiteX6" fmla="*/ 252 w 426356"/>
                <a:gd name="connsiteY6" fmla="*/ 304199 h 304199"/>
                <a:gd name="connsiteX7" fmla="*/ 426357 w 426356"/>
                <a:gd name="connsiteY7" fmla="*/ 304199 h 304199"/>
                <a:gd name="connsiteX8" fmla="*/ 426357 w 426356"/>
                <a:gd name="connsiteY8" fmla="*/ 240197 h 304199"/>
                <a:gd name="connsiteX9" fmla="*/ 396347 w 426356"/>
                <a:gd name="connsiteY9" fmla="*/ 170837 h 304199"/>
                <a:gd name="connsiteX10" fmla="*/ 327741 w 426356"/>
                <a:gd name="connsiteY10" fmla="*/ 76093 h 304199"/>
                <a:gd name="connsiteX11" fmla="*/ 269524 w 426356"/>
                <a:gd name="connsiteY11" fmla="*/ 153000 h 30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6356" h="304199">
                  <a:moveTo>
                    <a:pt x="269524" y="153001"/>
                  </a:moveTo>
                  <a:lnTo>
                    <a:pt x="313501" y="212328"/>
                  </a:lnTo>
                  <a:lnTo>
                    <a:pt x="137846" y="212328"/>
                  </a:lnTo>
                  <a:lnTo>
                    <a:pt x="296921" y="0"/>
                  </a:lnTo>
                  <a:lnTo>
                    <a:pt x="165057" y="0"/>
                  </a:lnTo>
                  <a:lnTo>
                    <a:pt x="0" y="222008"/>
                  </a:lnTo>
                  <a:lnTo>
                    <a:pt x="252" y="304199"/>
                  </a:lnTo>
                  <a:lnTo>
                    <a:pt x="426357" y="304199"/>
                  </a:lnTo>
                  <a:lnTo>
                    <a:pt x="426357" y="240197"/>
                  </a:lnTo>
                  <a:cubicBezTo>
                    <a:pt x="426357" y="209455"/>
                    <a:pt x="407185" y="185800"/>
                    <a:pt x="396347" y="170837"/>
                  </a:cubicBezTo>
                  <a:cubicBezTo>
                    <a:pt x="386416" y="157117"/>
                    <a:pt x="327741" y="76093"/>
                    <a:pt x="327741" y="76093"/>
                  </a:cubicBezTo>
                  <a:lnTo>
                    <a:pt x="269524" y="15300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9A08D71F-3E2E-C518-52C8-B1E0F73704B4}"/>
                </a:ext>
              </a:extLst>
            </p:cNvPr>
            <p:cNvSpPr/>
            <p:nvPr/>
          </p:nvSpPr>
          <p:spPr>
            <a:xfrm>
              <a:off x="7640565" y="1124721"/>
              <a:ext cx="400743" cy="539292"/>
            </a:xfrm>
            <a:custGeom>
              <a:avLst/>
              <a:gdLst>
                <a:gd name="connsiteX0" fmla="*/ 98015 w 400743"/>
                <a:gd name="connsiteY0" fmla="*/ 226302 h 539292"/>
                <a:gd name="connsiteX1" fmla="*/ 302761 w 400743"/>
                <a:gd name="connsiteY1" fmla="*/ 226302 h 539292"/>
                <a:gd name="connsiteX2" fmla="*/ 302761 w 400743"/>
                <a:gd name="connsiteY2" fmla="*/ 294164 h 539292"/>
                <a:gd name="connsiteX3" fmla="*/ 98015 w 400743"/>
                <a:gd name="connsiteY3" fmla="*/ 294164 h 539292"/>
                <a:gd name="connsiteX4" fmla="*/ 98015 w 400743"/>
                <a:gd name="connsiteY4" fmla="*/ 226302 h 539292"/>
                <a:gd name="connsiteX5" fmla="*/ 98015 w 400743"/>
                <a:gd name="connsiteY5" fmla="*/ 83005 h 539292"/>
                <a:gd name="connsiteX6" fmla="*/ 302761 w 400743"/>
                <a:gd name="connsiteY6" fmla="*/ 83005 h 539292"/>
                <a:gd name="connsiteX7" fmla="*/ 302761 w 400743"/>
                <a:gd name="connsiteY7" fmla="*/ 150845 h 539292"/>
                <a:gd name="connsiteX8" fmla="*/ 98015 w 400743"/>
                <a:gd name="connsiteY8" fmla="*/ 150845 h 539292"/>
                <a:gd name="connsiteX9" fmla="*/ 98015 w 400743"/>
                <a:gd name="connsiteY9" fmla="*/ 83005 h 539292"/>
                <a:gd name="connsiteX10" fmla="*/ 0 w 400743"/>
                <a:gd name="connsiteY10" fmla="*/ 539292 h 539292"/>
                <a:gd name="connsiteX11" fmla="*/ 98015 w 400743"/>
                <a:gd name="connsiteY11" fmla="*/ 539292 h 539292"/>
                <a:gd name="connsiteX12" fmla="*/ 98015 w 400743"/>
                <a:gd name="connsiteY12" fmla="*/ 369621 h 539292"/>
                <a:gd name="connsiteX13" fmla="*/ 302684 w 400743"/>
                <a:gd name="connsiteY13" fmla="*/ 369621 h 539292"/>
                <a:gd name="connsiteX14" fmla="*/ 302684 w 400743"/>
                <a:gd name="connsiteY14" fmla="*/ 420717 h 539292"/>
                <a:gd name="connsiteX15" fmla="*/ 261300 w 400743"/>
                <a:gd name="connsiteY15" fmla="*/ 450922 h 539292"/>
                <a:gd name="connsiteX16" fmla="*/ 178246 w 400743"/>
                <a:gd name="connsiteY16" fmla="*/ 450922 h 539292"/>
                <a:gd name="connsiteX17" fmla="*/ 197167 w 400743"/>
                <a:gd name="connsiteY17" fmla="*/ 538931 h 539292"/>
                <a:gd name="connsiteX18" fmla="*/ 306523 w 400743"/>
                <a:gd name="connsiteY18" fmla="*/ 538931 h 539292"/>
                <a:gd name="connsiteX19" fmla="*/ 400743 w 400743"/>
                <a:gd name="connsiteY19" fmla="*/ 439639 h 539292"/>
                <a:gd name="connsiteX20" fmla="*/ 400743 w 400743"/>
                <a:gd name="connsiteY20" fmla="*/ 0 h 539292"/>
                <a:gd name="connsiteX21" fmla="*/ 0 w 400743"/>
                <a:gd name="connsiteY21" fmla="*/ 0 h 539292"/>
                <a:gd name="connsiteX22" fmla="*/ 0 w 400743"/>
                <a:gd name="connsiteY22" fmla="*/ 539292 h 53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0743" h="539292">
                  <a:moveTo>
                    <a:pt x="98015" y="226302"/>
                  </a:moveTo>
                  <a:lnTo>
                    <a:pt x="302761" y="226302"/>
                  </a:lnTo>
                  <a:lnTo>
                    <a:pt x="302761" y="294164"/>
                  </a:lnTo>
                  <a:lnTo>
                    <a:pt x="98015" y="294164"/>
                  </a:lnTo>
                  <a:lnTo>
                    <a:pt x="98015" y="226302"/>
                  </a:lnTo>
                  <a:close/>
                  <a:moveTo>
                    <a:pt x="98015" y="83005"/>
                  </a:moveTo>
                  <a:lnTo>
                    <a:pt x="302761" y="83005"/>
                  </a:lnTo>
                  <a:lnTo>
                    <a:pt x="302761" y="150845"/>
                  </a:lnTo>
                  <a:lnTo>
                    <a:pt x="98015" y="150845"/>
                  </a:lnTo>
                  <a:lnTo>
                    <a:pt x="98015" y="83005"/>
                  </a:lnTo>
                  <a:close/>
                  <a:moveTo>
                    <a:pt x="0" y="539292"/>
                  </a:moveTo>
                  <a:lnTo>
                    <a:pt x="98015" y="539292"/>
                  </a:lnTo>
                  <a:lnTo>
                    <a:pt x="98015" y="369621"/>
                  </a:lnTo>
                  <a:lnTo>
                    <a:pt x="302684" y="369621"/>
                  </a:lnTo>
                  <a:lnTo>
                    <a:pt x="302684" y="420717"/>
                  </a:lnTo>
                  <a:cubicBezTo>
                    <a:pt x="302684" y="440536"/>
                    <a:pt x="291485" y="450922"/>
                    <a:pt x="261300" y="450922"/>
                  </a:cubicBezTo>
                  <a:lnTo>
                    <a:pt x="178246" y="450922"/>
                  </a:lnTo>
                  <a:lnTo>
                    <a:pt x="197167" y="538931"/>
                  </a:lnTo>
                  <a:lnTo>
                    <a:pt x="306523" y="538931"/>
                  </a:lnTo>
                  <a:cubicBezTo>
                    <a:pt x="371826" y="536447"/>
                    <a:pt x="400743" y="502478"/>
                    <a:pt x="400743" y="439639"/>
                  </a:cubicBezTo>
                  <a:lnTo>
                    <a:pt x="400743" y="0"/>
                  </a:lnTo>
                  <a:lnTo>
                    <a:pt x="0" y="0"/>
                  </a:lnTo>
                  <a:lnTo>
                    <a:pt x="0" y="539292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0A98A03B-8614-CF0B-0B06-707A2E433A54}"/>
                </a:ext>
              </a:extLst>
            </p:cNvPr>
            <p:cNvSpPr/>
            <p:nvPr/>
          </p:nvSpPr>
          <p:spPr>
            <a:xfrm>
              <a:off x="6591624" y="789780"/>
              <a:ext cx="203783" cy="205797"/>
            </a:xfrm>
            <a:custGeom>
              <a:avLst/>
              <a:gdLst>
                <a:gd name="connsiteX0" fmla="*/ 203784 w 203783"/>
                <a:gd name="connsiteY0" fmla="*/ 117151 h 205797"/>
                <a:gd name="connsiteX1" fmla="*/ 57330 w 203783"/>
                <a:gd name="connsiteY1" fmla="*/ 0 h 205797"/>
                <a:gd name="connsiteX2" fmla="*/ 0 w 203783"/>
                <a:gd name="connsiteY2" fmla="*/ 90170 h 205797"/>
                <a:gd name="connsiteX3" fmla="*/ 143402 w 203783"/>
                <a:gd name="connsiteY3" fmla="*/ 205798 h 20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83" h="205797">
                  <a:moveTo>
                    <a:pt x="203784" y="117151"/>
                  </a:moveTo>
                  <a:lnTo>
                    <a:pt x="57330" y="0"/>
                  </a:lnTo>
                  <a:lnTo>
                    <a:pt x="0" y="90170"/>
                  </a:lnTo>
                  <a:lnTo>
                    <a:pt x="143402" y="20579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725FDE6F-91BB-B030-B928-F5B0C26D6542}"/>
                </a:ext>
              </a:extLst>
            </p:cNvPr>
            <p:cNvSpPr/>
            <p:nvPr/>
          </p:nvSpPr>
          <p:spPr>
            <a:xfrm>
              <a:off x="6566437" y="1007239"/>
              <a:ext cx="236287" cy="227572"/>
            </a:xfrm>
            <a:custGeom>
              <a:avLst/>
              <a:gdLst>
                <a:gd name="connsiteX0" fmla="*/ 0 w 236287"/>
                <a:gd name="connsiteY0" fmla="*/ 83006 h 227572"/>
                <a:gd name="connsiteX1" fmla="*/ 182031 w 236287"/>
                <a:gd name="connsiteY1" fmla="*/ 227572 h 227572"/>
                <a:gd name="connsiteX2" fmla="*/ 236288 w 236287"/>
                <a:gd name="connsiteY2" fmla="*/ 144490 h 227572"/>
                <a:gd name="connsiteX3" fmla="*/ 56871 w 236287"/>
                <a:gd name="connsiteY3" fmla="*/ 0 h 22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287" h="227572">
                  <a:moveTo>
                    <a:pt x="0" y="83006"/>
                  </a:moveTo>
                  <a:lnTo>
                    <a:pt x="182031" y="227572"/>
                  </a:lnTo>
                  <a:lnTo>
                    <a:pt x="236288" y="144490"/>
                  </a:lnTo>
                  <a:lnTo>
                    <a:pt x="56871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C7837953-B505-ED76-BD9A-1ADC6C0C0F48}"/>
                </a:ext>
              </a:extLst>
            </p:cNvPr>
            <p:cNvSpPr/>
            <p:nvPr/>
          </p:nvSpPr>
          <p:spPr>
            <a:xfrm>
              <a:off x="6559831" y="1260442"/>
              <a:ext cx="211308" cy="381038"/>
            </a:xfrm>
            <a:custGeom>
              <a:avLst/>
              <a:gdLst>
                <a:gd name="connsiteX0" fmla="*/ 0 w 211308"/>
                <a:gd name="connsiteY0" fmla="*/ 353416 h 381038"/>
                <a:gd name="connsiteX1" fmla="*/ 115984 w 211308"/>
                <a:gd name="connsiteY1" fmla="*/ 381038 h 381038"/>
                <a:gd name="connsiteX2" fmla="*/ 211309 w 211308"/>
                <a:gd name="connsiteY2" fmla="*/ 21428 h 381038"/>
                <a:gd name="connsiteX3" fmla="*/ 102204 w 211308"/>
                <a:gd name="connsiteY3" fmla="*/ 0 h 38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308" h="381038">
                  <a:moveTo>
                    <a:pt x="0" y="353416"/>
                  </a:moveTo>
                  <a:lnTo>
                    <a:pt x="115984" y="381038"/>
                  </a:lnTo>
                  <a:lnTo>
                    <a:pt x="211309" y="21428"/>
                  </a:lnTo>
                  <a:lnTo>
                    <a:pt x="102204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536DBFAB-1718-763D-7976-4567DA3F1734}"/>
                </a:ext>
              </a:extLst>
            </p:cNvPr>
            <p:cNvSpPr/>
            <p:nvPr/>
          </p:nvSpPr>
          <p:spPr>
            <a:xfrm>
              <a:off x="6772430" y="771513"/>
              <a:ext cx="730212" cy="892714"/>
            </a:xfrm>
            <a:custGeom>
              <a:avLst/>
              <a:gdLst>
                <a:gd name="connsiteX0" fmla="*/ 545064 w 730212"/>
                <a:gd name="connsiteY0" fmla="*/ 672149 h 892714"/>
                <a:gd name="connsiteX1" fmla="*/ 446174 w 730212"/>
                <a:gd name="connsiteY1" fmla="*/ 672149 h 892714"/>
                <a:gd name="connsiteX2" fmla="*/ 400208 w 730212"/>
                <a:gd name="connsiteY2" fmla="*/ 539752 h 892714"/>
                <a:gd name="connsiteX3" fmla="*/ 548367 w 730212"/>
                <a:gd name="connsiteY3" fmla="*/ 539752 h 892714"/>
                <a:gd name="connsiteX4" fmla="*/ 545064 w 730212"/>
                <a:gd name="connsiteY4" fmla="*/ 672149 h 892714"/>
                <a:gd name="connsiteX5" fmla="*/ 194006 w 730212"/>
                <a:gd name="connsiteY5" fmla="*/ 672149 h 892714"/>
                <a:gd name="connsiteX6" fmla="*/ 206660 w 730212"/>
                <a:gd name="connsiteY6" fmla="*/ 539752 h 892714"/>
                <a:gd name="connsiteX7" fmla="*/ 298299 w 730212"/>
                <a:gd name="connsiteY7" fmla="*/ 539752 h 892714"/>
                <a:gd name="connsiteX8" fmla="*/ 344146 w 730212"/>
                <a:gd name="connsiteY8" fmla="*/ 672149 h 892714"/>
                <a:gd name="connsiteX9" fmla="*/ 194017 w 730212"/>
                <a:gd name="connsiteY9" fmla="*/ 672149 h 892714"/>
                <a:gd name="connsiteX10" fmla="*/ 228949 w 730212"/>
                <a:gd name="connsiteY10" fmla="*/ 320790 h 892714"/>
                <a:gd name="connsiteX11" fmla="*/ 312178 w 730212"/>
                <a:gd name="connsiteY11" fmla="*/ 320867 h 892714"/>
                <a:gd name="connsiteX12" fmla="*/ 354459 w 730212"/>
                <a:gd name="connsiteY12" fmla="*/ 441423 h 892714"/>
                <a:gd name="connsiteX13" fmla="*/ 214983 w 730212"/>
                <a:gd name="connsiteY13" fmla="*/ 441423 h 892714"/>
                <a:gd name="connsiteX14" fmla="*/ 228949 w 730212"/>
                <a:gd name="connsiteY14" fmla="*/ 320791 h 892714"/>
                <a:gd name="connsiteX15" fmla="*/ 553846 w 730212"/>
                <a:gd name="connsiteY15" fmla="*/ 320790 h 892714"/>
                <a:gd name="connsiteX16" fmla="*/ 550883 w 730212"/>
                <a:gd name="connsiteY16" fmla="*/ 441423 h 892714"/>
                <a:gd name="connsiteX17" fmla="*/ 546235 w 730212"/>
                <a:gd name="connsiteY17" fmla="*/ 441423 h 892714"/>
                <a:gd name="connsiteX18" fmla="*/ 546235 w 730212"/>
                <a:gd name="connsiteY18" fmla="*/ 441423 h 892714"/>
                <a:gd name="connsiteX19" fmla="*/ 456378 w 730212"/>
                <a:gd name="connsiteY19" fmla="*/ 441423 h 892714"/>
                <a:gd name="connsiteX20" fmla="*/ 414097 w 730212"/>
                <a:gd name="connsiteY20" fmla="*/ 320790 h 892714"/>
                <a:gd name="connsiteX21" fmla="*/ 553857 w 730212"/>
                <a:gd name="connsiteY21" fmla="*/ 320790 h 892714"/>
                <a:gd name="connsiteX22" fmla="*/ 730212 w 730212"/>
                <a:gd name="connsiteY22" fmla="*/ 539216 h 892714"/>
                <a:gd name="connsiteX23" fmla="*/ 730212 w 730212"/>
                <a:gd name="connsiteY23" fmla="*/ 441423 h 892714"/>
                <a:gd name="connsiteX24" fmla="*/ 653360 w 730212"/>
                <a:gd name="connsiteY24" fmla="*/ 441423 h 892714"/>
                <a:gd name="connsiteX25" fmla="*/ 658358 w 730212"/>
                <a:gd name="connsiteY25" fmla="*/ 230265 h 892714"/>
                <a:gd name="connsiteX26" fmla="*/ 143151 w 730212"/>
                <a:gd name="connsiteY26" fmla="*/ 229350 h 892714"/>
                <a:gd name="connsiteX27" fmla="*/ 178630 w 730212"/>
                <a:gd name="connsiteY27" fmla="*/ 172794 h 892714"/>
                <a:gd name="connsiteX28" fmla="*/ 709246 w 730212"/>
                <a:gd name="connsiteY28" fmla="*/ 172794 h 892714"/>
                <a:gd name="connsiteX29" fmla="*/ 709246 w 730212"/>
                <a:gd name="connsiteY29" fmla="*/ 85951 h 892714"/>
                <a:gd name="connsiteX30" fmla="*/ 228873 w 730212"/>
                <a:gd name="connsiteY30" fmla="*/ 85951 h 892714"/>
                <a:gd name="connsiteX31" fmla="*/ 273309 w 730212"/>
                <a:gd name="connsiteY31" fmla="*/ 0 h 892714"/>
                <a:gd name="connsiteX32" fmla="*/ 147164 w 730212"/>
                <a:gd name="connsiteY32" fmla="*/ 0 h 892714"/>
                <a:gd name="connsiteX33" fmla="*/ 0 w 730212"/>
                <a:gd name="connsiteY33" fmla="*/ 249523 h 892714"/>
                <a:gd name="connsiteX34" fmla="*/ 85996 w 730212"/>
                <a:gd name="connsiteY34" fmla="*/ 318910 h 892714"/>
                <a:gd name="connsiteX35" fmla="*/ 129261 w 730212"/>
                <a:gd name="connsiteY35" fmla="*/ 255545 h 892714"/>
                <a:gd name="connsiteX36" fmla="*/ 111259 w 730212"/>
                <a:gd name="connsiteY36" fmla="*/ 441423 h 892714"/>
                <a:gd name="connsiteX37" fmla="*/ 38694 w 730212"/>
                <a:gd name="connsiteY37" fmla="*/ 441423 h 892714"/>
                <a:gd name="connsiteX38" fmla="*/ 26336 w 730212"/>
                <a:gd name="connsiteY38" fmla="*/ 539216 h 892714"/>
                <a:gd name="connsiteX39" fmla="*/ 101132 w 730212"/>
                <a:gd name="connsiteY39" fmla="*/ 539752 h 892714"/>
                <a:gd name="connsiteX40" fmla="*/ 77497 w 730212"/>
                <a:gd name="connsiteY40" fmla="*/ 767140 h 892714"/>
                <a:gd name="connsiteX41" fmla="*/ 543369 w 730212"/>
                <a:gd name="connsiteY41" fmla="*/ 767140 h 892714"/>
                <a:gd name="connsiteX42" fmla="*/ 464351 w 730212"/>
                <a:gd name="connsiteY42" fmla="*/ 806045 h 892714"/>
                <a:gd name="connsiteX43" fmla="*/ 309925 w 730212"/>
                <a:gd name="connsiteY43" fmla="*/ 806045 h 892714"/>
                <a:gd name="connsiteX44" fmla="*/ 340471 w 730212"/>
                <a:gd name="connsiteY44" fmla="*/ 892632 h 892714"/>
                <a:gd name="connsiteX45" fmla="*/ 498824 w 730212"/>
                <a:gd name="connsiteY45" fmla="*/ 892632 h 892714"/>
                <a:gd name="connsiteX46" fmla="*/ 648886 w 730212"/>
                <a:gd name="connsiteY46" fmla="*/ 767140 h 892714"/>
                <a:gd name="connsiteX47" fmla="*/ 709246 w 730212"/>
                <a:gd name="connsiteY47" fmla="*/ 767140 h 892714"/>
                <a:gd name="connsiteX48" fmla="*/ 709246 w 730212"/>
                <a:gd name="connsiteY48" fmla="*/ 673035 h 892714"/>
                <a:gd name="connsiteX49" fmla="*/ 647618 w 730212"/>
                <a:gd name="connsiteY49" fmla="*/ 673035 h 892714"/>
                <a:gd name="connsiteX50" fmla="*/ 650943 w 730212"/>
                <a:gd name="connsiteY50" fmla="*/ 539752 h 892714"/>
                <a:gd name="connsiteX51" fmla="*/ 730212 w 730212"/>
                <a:gd name="connsiteY51" fmla="*/ 539216 h 89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30212" h="892714">
                  <a:moveTo>
                    <a:pt x="545064" y="672149"/>
                  </a:moveTo>
                  <a:lnTo>
                    <a:pt x="446174" y="672149"/>
                  </a:lnTo>
                  <a:cubicBezTo>
                    <a:pt x="446174" y="672149"/>
                    <a:pt x="425581" y="584030"/>
                    <a:pt x="400208" y="539752"/>
                  </a:cubicBezTo>
                  <a:lnTo>
                    <a:pt x="548367" y="539752"/>
                  </a:lnTo>
                  <a:lnTo>
                    <a:pt x="545064" y="672149"/>
                  </a:lnTo>
                  <a:close/>
                  <a:moveTo>
                    <a:pt x="194006" y="672149"/>
                  </a:moveTo>
                  <a:lnTo>
                    <a:pt x="206660" y="539752"/>
                  </a:lnTo>
                  <a:lnTo>
                    <a:pt x="298299" y="539752"/>
                  </a:lnTo>
                  <a:cubicBezTo>
                    <a:pt x="323815" y="580167"/>
                    <a:pt x="344146" y="672149"/>
                    <a:pt x="344146" y="672149"/>
                  </a:cubicBezTo>
                  <a:lnTo>
                    <a:pt x="194017" y="672149"/>
                  </a:lnTo>
                  <a:close/>
                  <a:moveTo>
                    <a:pt x="228949" y="320790"/>
                  </a:moveTo>
                  <a:cubicBezTo>
                    <a:pt x="228949" y="320790"/>
                    <a:pt x="283414" y="320867"/>
                    <a:pt x="312178" y="320867"/>
                  </a:cubicBezTo>
                  <a:cubicBezTo>
                    <a:pt x="337070" y="356463"/>
                    <a:pt x="354459" y="441423"/>
                    <a:pt x="354459" y="441423"/>
                  </a:cubicBezTo>
                  <a:lnTo>
                    <a:pt x="214983" y="441423"/>
                  </a:lnTo>
                  <a:lnTo>
                    <a:pt x="228949" y="320791"/>
                  </a:lnTo>
                  <a:close/>
                  <a:moveTo>
                    <a:pt x="553846" y="320790"/>
                  </a:moveTo>
                  <a:lnTo>
                    <a:pt x="550883" y="441423"/>
                  </a:lnTo>
                  <a:lnTo>
                    <a:pt x="546235" y="441423"/>
                  </a:lnTo>
                  <a:lnTo>
                    <a:pt x="546235" y="441423"/>
                  </a:lnTo>
                  <a:lnTo>
                    <a:pt x="456378" y="441423"/>
                  </a:lnTo>
                  <a:cubicBezTo>
                    <a:pt x="456378" y="441423"/>
                    <a:pt x="435150" y="358341"/>
                    <a:pt x="414097" y="320790"/>
                  </a:cubicBezTo>
                  <a:lnTo>
                    <a:pt x="553857" y="320790"/>
                  </a:lnTo>
                  <a:close/>
                  <a:moveTo>
                    <a:pt x="730212" y="539216"/>
                  </a:moveTo>
                  <a:lnTo>
                    <a:pt x="730212" y="441423"/>
                  </a:lnTo>
                  <a:lnTo>
                    <a:pt x="653360" y="441423"/>
                  </a:lnTo>
                  <a:lnTo>
                    <a:pt x="658358" y="230265"/>
                  </a:lnTo>
                  <a:lnTo>
                    <a:pt x="143151" y="229350"/>
                  </a:lnTo>
                  <a:cubicBezTo>
                    <a:pt x="154175" y="213597"/>
                    <a:pt x="167966" y="190553"/>
                    <a:pt x="178630" y="172794"/>
                  </a:cubicBezTo>
                  <a:lnTo>
                    <a:pt x="709246" y="172794"/>
                  </a:lnTo>
                  <a:lnTo>
                    <a:pt x="709246" y="85951"/>
                  </a:lnTo>
                  <a:lnTo>
                    <a:pt x="228873" y="85951"/>
                  </a:lnTo>
                  <a:cubicBezTo>
                    <a:pt x="244184" y="57013"/>
                    <a:pt x="258883" y="28506"/>
                    <a:pt x="273309" y="0"/>
                  </a:cubicBezTo>
                  <a:lnTo>
                    <a:pt x="147164" y="0"/>
                  </a:lnTo>
                  <a:cubicBezTo>
                    <a:pt x="91026" y="112832"/>
                    <a:pt x="0" y="249523"/>
                    <a:pt x="0" y="249523"/>
                  </a:cubicBezTo>
                  <a:lnTo>
                    <a:pt x="85996" y="318910"/>
                  </a:lnTo>
                  <a:cubicBezTo>
                    <a:pt x="98266" y="301608"/>
                    <a:pt x="114672" y="276607"/>
                    <a:pt x="129261" y="255545"/>
                  </a:cubicBezTo>
                  <a:lnTo>
                    <a:pt x="111259" y="441423"/>
                  </a:lnTo>
                  <a:lnTo>
                    <a:pt x="38694" y="441423"/>
                  </a:lnTo>
                  <a:lnTo>
                    <a:pt x="26336" y="539216"/>
                  </a:lnTo>
                  <a:lnTo>
                    <a:pt x="101132" y="539752"/>
                  </a:lnTo>
                  <a:lnTo>
                    <a:pt x="77497" y="767140"/>
                  </a:lnTo>
                  <a:lnTo>
                    <a:pt x="543369" y="767140"/>
                  </a:lnTo>
                  <a:cubicBezTo>
                    <a:pt x="538338" y="789553"/>
                    <a:pt x="517646" y="806045"/>
                    <a:pt x="464351" y="806045"/>
                  </a:cubicBezTo>
                  <a:lnTo>
                    <a:pt x="309925" y="806045"/>
                  </a:lnTo>
                  <a:lnTo>
                    <a:pt x="340471" y="892632"/>
                  </a:lnTo>
                  <a:lnTo>
                    <a:pt x="498824" y="892632"/>
                  </a:lnTo>
                  <a:cubicBezTo>
                    <a:pt x="594247" y="895040"/>
                    <a:pt x="643757" y="844863"/>
                    <a:pt x="648886" y="767140"/>
                  </a:cubicBezTo>
                  <a:lnTo>
                    <a:pt x="709246" y="767140"/>
                  </a:lnTo>
                  <a:lnTo>
                    <a:pt x="709246" y="673035"/>
                  </a:lnTo>
                  <a:lnTo>
                    <a:pt x="647618" y="673035"/>
                  </a:lnTo>
                  <a:lnTo>
                    <a:pt x="650943" y="539752"/>
                  </a:lnTo>
                  <a:lnTo>
                    <a:pt x="730212" y="53921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946071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861613" y="1165271"/>
            <a:ext cx="69722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AD47"/>
                </a:solidFill>
                <a:latin typeface="Calibri" panose="020F0502020204030204"/>
              </a:rPr>
              <a:t>API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1368338" y="1177478"/>
            <a:ext cx="484087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70AD47"/>
                </a:solidFill>
                <a:latin typeface="Calibri" panose="020F0502020204030204"/>
              </a:rPr>
              <a:t>= A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pplication </a:t>
            </a:r>
            <a:r>
              <a:rPr lang="en-US" sz="2400" b="1" dirty="0">
                <a:solidFill>
                  <a:srgbClr val="70AD47"/>
                </a:solidFill>
                <a:latin typeface="Calibri" panose="020F0502020204030204"/>
              </a:rPr>
              <a:t>P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rogramming </a:t>
            </a:r>
            <a:r>
              <a:rPr lang="en-US" sz="2400" b="1" dirty="0">
                <a:solidFill>
                  <a:srgbClr val="70AD47"/>
                </a:solidFill>
                <a:latin typeface="Calibri" panose="020F0502020204030204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nterface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6124174" y="1177478"/>
            <a:ext cx="230246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zh-CN" altLang="en-US" sz="2400" b="1" dirty="0">
                <a:solidFill>
                  <a:prstClr val="black"/>
                </a:solidFill>
                <a:latin typeface="Calibri" panose="020F0502020204030204"/>
              </a:rPr>
              <a:t>应用程序接口</a:t>
            </a: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12" y="2042569"/>
            <a:ext cx="4114800" cy="3305175"/>
          </a:xfrm>
          <a:prstGeom prst="rect">
            <a:avLst/>
          </a:prstGeom>
          <a:noFill/>
          <a:ln w="9525">
            <a:solidFill>
              <a:schemeClr val="accent2">
                <a:lumMod val="20000"/>
                <a:lumOff val="8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558834" y="5603437"/>
            <a:ext cx="2952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《E-pole200 </a:t>
            </a:r>
            <a:r>
              <a:rPr lang="zh-CN" altLang="en-US" dirty="0"/>
              <a:t>说明书</a:t>
            </a:r>
            <a:r>
              <a:rPr lang="en-US" altLang="zh-CN" dirty="0"/>
              <a:t>》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5"/>
          <a:stretch/>
        </p:blipFill>
        <p:spPr>
          <a:xfrm>
            <a:off x="5373188" y="2155494"/>
            <a:ext cx="6392092" cy="70962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550" y="3102036"/>
            <a:ext cx="6373368" cy="935446"/>
          </a:xfrm>
          <a:prstGeom prst="rect">
            <a:avLst/>
          </a:prstGeom>
        </p:spPr>
      </p:pic>
      <p:sp>
        <p:nvSpPr>
          <p:cNvPr id="11" name="圆角矩形 10"/>
          <p:cNvSpPr/>
          <p:nvPr/>
        </p:nvSpPr>
        <p:spPr>
          <a:xfrm>
            <a:off x="1140554" y="3569759"/>
            <a:ext cx="705663" cy="8367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/>
          <p:cNvSpPr txBox="1"/>
          <p:nvPr/>
        </p:nvSpPr>
        <p:spPr>
          <a:xfrm>
            <a:off x="5373188" y="4406537"/>
            <a:ext cx="6261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</a:t>
            </a:r>
            <a:r>
              <a:rPr lang="en-US" altLang="zh-CN" b="1" dirty="0"/>
              <a:t>nterface</a:t>
            </a:r>
            <a:r>
              <a:rPr lang="en-US" altLang="zh-CN" dirty="0"/>
              <a:t> is</a:t>
            </a:r>
            <a:r>
              <a:rPr lang="zh-CN" altLang="en-US" dirty="0"/>
              <a:t> </a:t>
            </a:r>
            <a:r>
              <a:rPr lang="en-US" altLang="zh-CN" dirty="0"/>
              <a:t>what allows two subjects to </a:t>
            </a:r>
            <a:r>
              <a:rPr lang="en-US" altLang="zh-CN" b="1" dirty="0">
                <a:solidFill>
                  <a:srgbClr val="70AD47"/>
                </a:solidFill>
              </a:rPr>
              <a:t>have links with</a:t>
            </a:r>
            <a:r>
              <a:rPr lang="en-US" altLang="zh-CN" dirty="0"/>
              <a:t> each other or </a:t>
            </a:r>
            <a:r>
              <a:rPr lang="en-US" altLang="zh-CN" b="1" dirty="0">
                <a:solidFill>
                  <a:srgbClr val="70AD47"/>
                </a:solidFill>
              </a:rPr>
              <a:t>affect</a:t>
            </a:r>
            <a:r>
              <a:rPr lang="en-US" altLang="zh-CN" dirty="0"/>
              <a:t> each other.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0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5" grpId="0"/>
      <p:bldP spid="11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11" y="1547562"/>
            <a:ext cx="10426320" cy="40150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20266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</a:p>
        </p:txBody>
      </p:sp>
      <p:sp>
        <p:nvSpPr>
          <p:cNvPr id="2" name="矩形 1"/>
          <p:cNvSpPr/>
          <p:nvPr/>
        </p:nvSpPr>
        <p:spPr>
          <a:xfrm>
            <a:off x="861612" y="1064772"/>
            <a:ext cx="9873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API</a:t>
            </a:r>
            <a:r>
              <a:rPr lang="en-US" dirty="0"/>
              <a:t> is an interface that allows you to </a:t>
            </a:r>
            <a:r>
              <a:rPr lang="en-US" b="1" dirty="0">
                <a:solidFill>
                  <a:srgbClr val="70AD47"/>
                </a:solidFill>
              </a:rPr>
              <a:t>tell a system what your want and get the response</a:t>
            </a:r>
            <a:r>
              <a:rPr lang="en-US" dirty="0"/>
              <a:t> back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12682"/>
          <a:stretch/>
        </p:blipFill>
        <p:spPr>
          <a:xfrm>
            <a:off x="2750820" y="1686218"/>
            <a:ext cx="6375595" cy="34217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49788" y="5541854"/>
            <a:ext cx="63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You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144892" y="5566774"/>
            <a:ext cx="129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Waiter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298229" y="5566774"/>
            <a:ext cx="100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Kitchen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499103" y="5360095"/>
            <a:ext cx="1378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AD47"/>
                </a:solidFill>
              </a:rPr>
              <a:t>order food</a:t>
            </a:r>
            <a:endParaRPr lang="en-US" sz="1600" b="1" dirty="0">
              <a:solidFill>
                <a:srgbClr val="70AD47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94043" y="5360095"/>
            <a:ext cx="1378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70AD47"/>
                </a:solidFill>
              </a:rPr>
              <a:t>submit order</a:t>
            </a:r>
            <a:endParaRPr lang="en-US" sz="1600" b="1" dirty="0">
              <a:solidFill>
                <a:srgbClr val="70AD47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79081" y="5816376"/>
            <a:ext cx="1378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B308E"/>
                </a:solidFill>
              </a:rPr>
              <a:t>dish done</a:t>
            </a:r>
            <a:endParaRPr lang="en-US" sz="1600" b="1" dirty="0">
              <a:solidFill>
                <a:srgbClr val="0B308E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15648" y="5766829"/>
            <a:ext cx="1378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0B308E"/>
                </a:solidFill>
              </a:rPr>
              <a:t>get food</a:t>
            </a:r>
            <a:endParaRPr lang="en-US" sz="1600" b="1" dirty="0">
              <a:solidFill>
                <a:srgbClr val="0B308E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390348" y="5580922"/>
            <a:ext cx="1425713" cy="117727"/>
            <a:chOff x="694592" y="3732370"/>
            <a:chExt cx="1011116" cy="83492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694592" y="3815862"/>
              <a:ext cx="1011116" cy="0"/>
            </a:xfrm>
            <a:prstGeom prst="line">
              <a:avLst/>
            </a:prstGeom>
            <a:ln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604051" y="3732370"/>
              <a:ext cx="101657" cy="83492"/>
            </a:xfrm>
            <a:prstGeom prst="line">
              <a:avLst/>
            </a:prstGeom>
            <a:ln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 rot="10800000">
            <a:off x="3390348" y="5801749"/>
            <a:ext cx="1425713" cy="117727"/>
            <a:chOff x="694592" y="3732370"/>
            <a:chExt cx="1011116" cy="83492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694592" y="3815862"/>
              <a:ext cx="1011116" cy="0"/>
            </a:xfrm>
            <a:prstGeom prst="line">
              <a:avLst/>
            </a:prstGeom>
            <a:ln>
              <a:solidFill>
                <a:srgbClr val="0B30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1604051" y="3732370"/>
              <a:ext cx="101657" cy="83492"/>
            </a:xfrm>
            <a:prstGeom prst="line">
              <a:avLst/>
            </a:prstGeom>
            <a:ln>
              <a:solidFill>
                <a:srgbClr val="0B30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6506765" y="5621894"/>
            <a:ext cx="1425713" cy="117727"/>
            <a:chOff x="694592" y="3732370"/>
            <a:chExt cx="1011116" cy="83492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694592" y="3815862"/>
              <a:ext cx="1011116" cy="0"/>
            </a:xfrm>
            <a:prstGeom prst="line">
              <a:avLst/>
            </a:prstGeom>
            <a:ln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604051" y="3732370"/>
              <a:ext cx="101657" cy="83492"/>
            </a:xfrm>
            <a:prstGeom prst="line">
              <a:avLst/>
            </a:prstGeom>
            <a:ln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 rot="10800000">
            <a:off x="6506765" y="5835999"/>
            <a:ext cx="1425713" cy="117727"/>
            <a:chOff x="694592" y="3732370"/>
            <a:chExt cx="1011116" cy="83492"/>
          </a:xfrm>
        </p:grpSpPr>
        <p:cxnSp>
          <p:nvCxnSpPr>
            <p:cNvPr id="36" name="直接连接符 35"/>
            <p:cNvCxnSpPr/>
            <p:nvPr/>
          </p:nvCxnSpPr>
          <p:spPr>
            <a:xfrm>
              <a:off x="694592" y="3815862"/>
              <a:ext cx="1011116" cy="0"/>
            </a:xfrm>
            <a:prstGeom prst="line">
              <a:avLst/>
            </a:prstGeom>
            <a:ln>
              <a:solidFill>
                <a:srgbClr val="0B30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1604051" y="3732370"/>
              <a:ext cx="101657" cy="83492"/>
            </a:xfrm>
            <a:prstGeom prst="line">
              <a:avLst/>
            </a:prstGeom>
            <a:ln>
              <a:solidFill>
                <a:srgbClr val="0B30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720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  <p:bldP spid="23" grpId="0"/>
      <p:bldP spid="24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常用 </a:t>
            </a:r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</a:t>
            </a:r>
          </a:p>
        </p:txBody>
      </p:sp>
      <p:pic>
        <p:nvPicPr>
          <p:cNvPr id="28" name="Picture 2" descr="Popularity of web service AP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922" y="1463675"/>
            <a:ext cx="7248022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861612" y="993994"/>
            <a:ext cx="897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有多种 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类型用于不同编程语言和行业</a:t>
            </a:r>
          </a:p>
        </p:txBody>
      </p:sp>
    </p:spTree>
    <p:extLst>
      <p:ext uri="{BB962C8B-B14F-4D97-AF65-F5344CB8AC3E}">
        <p14:creationId xmlns:p14="http://schemas.microsoft.com/office/powerpoint/2010/main" val="409378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分类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AA4E7F8B-B04F-BA9F-173E-1847B1150F4D}"/>
              </a:ext>
            </a:extLst>
          </p:cNvPr>
          <p:cNvSpPr txBox="1"/>
          <p:nvPr/>
        </p:nvSpPr>
        <p:spPr>
          <a:xfrm>
            <a:off x="5303019" y="3259978"/>
            <a:ext cx="1585963" cy="368823"/>
          </a:xfrm>
          <a:prstGeom prst="rect">
            <a:avLst/>
          </a:prstGeom>
          <a:noFill/>
        </p:spPr>
        <p:txBody>
          <a:bodyPr wrap="square" lIns="60456" tIns="30228" rIns="60456" bIns="3022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常用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API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B63E281-822E-03F9-3469-775C8077836B}"/>
              </a:ext>
            </a:extLst>
          </p:cNvPr>
          <p:cNvGrpSpPr/>
          <p:nvPr/>
        </p:nvGrpSpPr>
        <p:grpSpPr>
          <a:xfrm>
            <a:off x="4529273" y="1860862"/>
            <a:ext cx="3133455" cy="3136277"/>
            <a:chOff x="4527048" y="2003803"/>
            <a:chExt cx="3133455" cy="3136277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B5B1CDF3-68E6-76B9-D4F3-BF9E0E7390B1}"/>
                </a:ext>
              </a:extLst>
            </p:cNvPr>
            <p:cNvSpPr/>
            <p:nvPr/>
          </p:nvSpPr>
          <p:spPr bwMode="auto">
            <a:xfrm>
              <a:off x="7211368" y="2245299"/>
              <a:ext cx="257098" cy="257244"/>
            </a:xfrm>
            <a:custGeom>
              <a:avLst/>
              <a:gdLst>
                <a:gd name="T0" fmla="*/ 477 w 477"/>
                <a:gd name="T1" fmla="*/ 0 h 476"/>
                <a:gd name="T2" fmla="*/ 413 w 477"/>
                <a:gd name="T3" fmla="*/ 238 h 476"/>
                <a:gd name="T4" fmla="*/ 349 w 477"/>
                <a:gd name="T5" fmla="*/ 476 h 476"/>
                <a:gd name="T6" fmla="*/ 175 w 477"/>
                <a:gd name="T7" fmla="*/ 302 h 476"/>
                <a:gd name="T8" fmla="*/ 0 w 477"/>
                <a:gd name="T9" fmla="*/ 127 h 476"/>
                <a:gd name="T10" fmla="*/ 239 w 477"/>
                <a:gd name="T11" fmla="*/ 63 h 476"/>
                <a:gd name="T12" fmla="*/ 477 w 477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7" h="476">
                  <a:moveTo>
                    <a:pt x="477" y="0"/>
                  </a:moveTo>
                  <a:lnTo>
                    <a:pt x="413" y="238"/>
                  </a:lnTo>
                  <a:lnTo>
                    <a:pt x="349" y="476"/>
                  </a:lnTo>
                  <a:lnTo>
                    <a:pt x="175" y="302"/>
                  </a:lnTo>
                  <a:lnTo>
                    <a:pt x="0" y="127"/>
                  </a:lnTo>
                  <a:lnTo>
                    <a:pt x="239" y="63"/>
                  </a:lnTo>
                  <a:lnTo>
                    <a:pt x="477" y="0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txBody>
            <a:bodyPr vert="horz" wrap="square" lIns="60456" tIns="30228" rIns="60456" bIns="30228" numCol="1" anchor="t" anchorCtr="0" compatLnSpc="1"/>
            <a:lstStyle/>
            <a:p>
              <a:endPara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66E9AD0-D3E4-8651-975F-C362932C5D43}"/>
                </a:ext>
              </a:extLst>
            </p:cNvPr>
            <p:cNvSpPr/>
            <p:nvPr/>
          </p:nvSpPr>
          <p:spPr bwMode="auto">
            <a:xfrm>
              <a:off x="4690753" y="2245299"/>
              <a:ext cx="257098" cy="257244"/>
            </a:xfrm>
            <a:custGeom>
              <a:avLst/>
              <a:gdLst>
                <a:gd name="T0" fmla="*/ 0 w 476"/>
                <a:gd name="T1" fmla="*/ 0 h 476"/>
                <a:gd name="T2" fmla="*/ 63 w 476"/>
                <a:gd name="T3" fmla="*/ 238 h 476"/>
                <a:gd name="T4" fmla="*/ 127 w 476"/>
                <a:gd name="T5" fmla="*/ 476 h 476"/>
                <a:gd name="T6" fmla="*/ 302 w 476"/>
                <a:gd name="T7" fmla="*/ 302 h 476"/>
                <a:gd name="T8" fmla="*/ 476 w 476"/>
                <a:gd name="T9" fmla="*/ 127 h 476"/>
                <a:gd name="T10" fmla="*/ 238 w 476"/>
                <a:gd name="T11" fmla="*/ 63 h 476"/>
                <a:gd name="T12" fmla="*/ 0 w 476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6" h="476">
                  <a:moveTo>
                    <a:pt x="0" y="0"/>
                  </a:moveTo>
                  <a:lnTo>
                    <a:pt x="63" y="238"/>
                  </a:lnTo>
                  <a:lnTo>
                    <a:pt x="127" y="476"/>
                  </a:lnTo>
                  <a:lnTo>
                    <a:pt x="302" y="302"/>
                  </a:lnTo>
                  <a:lnTo>
                    <a:pt x="476" y="127"/>
                  </a:lnTo>
                  <a:lnTo>
                    <a:pt x="238" y="6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rgbClr val="0B308E"/>
              </a:solidFill>
            </a:ln>
          </p:spPr>
          <p:txBody>
            <a:bodyPr vert="horz" wrap="square" lIns="60456" tIns="30228" rIns="60456" bIns="30228" numCol="1" anchor="t" anchorCtr="0" compatLnSpc="1"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2DA4E65E-622C-C7CF-F221-07B03AAE2706}"/>
                </a:ext>
              </a:extLst>
            </p:cNvPr>
            <p:cNvSpPr/>
            <p:nvPr/>
          </p:nvSpPr>
          <p:spPr bwMode="auto">
            <a:xfrm>
              <a:off x="4703345" y="4644491"/>
              <a:ext cx="257098" cy="256195"/>
            </a:xfrm>
            <a:custGeom>
              <a:avLst/>
              <a:gdLst>
                <a:gd name="T0" fmla="*/ 128 w 477"/>
                <a:gd name="T1" fmla="*/ 0 h 476"/>
                <a:gd name="T2" fmla="*/ 64 w 477"/>
                <a:gd name="T3" fmla="*/ 238 h 476"/>
                <a:gd name="T4" fmla="*/ 0 w 477"/>
                <a:gd name="T5" fmla="*/ 476 h 476"/>
                <a:gd name="T6" fmla="*/ 238 w 477"/>
                <a:gd name="T7" fmla="*/ 413 h 476"/>
                <a:gd name="T8" fmla="*/ 477 w 477"/>
                <a:gd name="T9" fmla="*/ 349 h 476"/>
                <a:gd name="T10" fmla="*/ 302 w 477"/>
                <a:gd name="T11" fmla="*/ 174 h 476"/>
                <a:gd name="T12" fmla="*/ 128 w 477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7" h="476">
                  <a:moveTo>
                    <a:pt x="128" y="0"/>
                  </a:moveTo>
                  <a:lnTo>
                    <a:pt x="64" y="238"/>
                  </a:lnTo>
                  <a:lnTo>
                    <a:pt x="0" y="476"/>
                  </a:lnTo>
                  <a:lnTo>
                    <a:pt x="238" y="413"/>
                  </a:lnTo>
                  <a:lnTo>
                    <a:pt x="477" y="349"/>
                  </a:lnTo>
                  <a:lnTo>
                    <a:pt x="302" y="174"/>
                  </a:lnTo>
                  <a:lnTo>
                    <a:pt x="128" y="0"/>
                  </a:lnTo>
                  <a:close/>
                </a:path>
              </a:pathLst>
            </a:custGeom>
            <a:noFill/>
            <a:ln>
              <a:solidFill>
                <a:srgbClr val="6492D4"/>
              </a:solidFill>
            </a:ln>
          </p:spPr>
          <p:txBody>
            <a:bodyPr vert="horz" wrap="square" lIns="60456" tIns="30228" rIns="60456" bIns="30228" numCol="1" anchor="t" anchorCtr="0" compatLnSpc="1"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3F6F89D3-9D17-F3DA-98D2-88BCE79E21E6}"/>
                </a:ext>
              </a:extLst>
            </p:cNvPr>
            <p:cNvSpPr/>
            <p:nvPr/>
          </p:nvSpPr>
          <p:spPr bwMode="auto">
            <a:xfrm>
              <a:off x="7199824" y="4644491"/>
              <a:ext cx="256049" cy="256195"/>
            </a:xfrm>
            <a:custGeom>
              <a:avLst/>
              <a:gdLst>
                <a:gd name="T0" fmla="*/ 349 w 477"/>
                <a:gd name="T1" fmla="*/ 0 h 476"/>
                <a:gd name="T2" fmla="*/ 413 w 477"/>
                <a:gd name="T3" fmla="*/ 238 h 476"/>
                <a:gd name="T4" fmla="*/ 477 w 477"/>
                <a:gd name="T5" fmla="*/ 476 h 476"/>
                <a:gd name="T6" fmla="*/ 238 w 477"/>
                <a:gd name="T7" fmla="*/ 413 h 476"/>
                <a:gd name="T8" fmla="*/ 0 w 477"/>
                <a:gd name="T9" fmla="*/ 349 h 476"/>
                <a:gd name="T10" fmla="*/ 175 w 477"/>
                <a:gd name="T11" fmla="*/ 174 h 476"/>
                <a:gd name="T12" fmla="*/ 349 w 477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7" h="476">
                  <a:moveTo>
                    <a:pt x="349" y="0"/>
                  </a:moveTo>
                  <a:lnTo>
                    <a:pt x="413" y="238"/>
                  </a:lnTo>
                  <a:lnTo>
                    <a:pt x="477" y="476"/>
                  </a:lnTo>
                  <a:lnTo>
                    <a:pt x="238" y="413"/>
                  </a:lnTo>
                  <a:lnTo>
                    <a:pt x="0" y="349"/>
                  </a:lnTo>
                  <a:lnTo>
                    <a:pt x="175" y="174"/>
                  </a:lnTo>
                  <a:lnTo>
                    <a:pt x="349" y="0"/>
                  </a:lnTo>
                  <a:close/>
                </a:path>
              </a:pathLst>
            </a:custGeom>
            <a:noFill/>
            <a:ln>
              <a:solidFill>
                <a:srgbClr val="95B41E"/>
              </a:solidFill>
            </a:ln>
          </p:spPr>
          <p:txBody>
            <a:bodyPr vert="horz" wrap="square" lIns="60456" tIns="30228" rIns="60456" bIns="30228" numCol="1" anchor="t" anchorCtr="0" compatLnSpc="1"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5868DE80-0CAA-1493-A945-345D942B0C74}"/>
                </a:ext>
              </a:extLst>
            </p:cNvPr>
            <p:cNvSpPr/>
            <p:nvPr/>
          </p:nvSpPr>
          <p:spPr bwMode="auto">
            <a:xfrm>
              <a:off x="4527048" y="2003803"/>
              <a:ext cx="1527901" cy="1529814"/>
            </a:xfrm>
            <a:custGeom>
              <a:avLst/>
              <a:gdLst>
                <a:gd name="T0" fmla="*/ 0 w 2839"/>
                <a:gd name="T1" fmla="*/ 2839 h 2839"/>
                <a:gd name="T2" fmla="*/ 2839 w 2839"/>
                <a:gd name="T3" fmla="*/ 0 h 2839"/>
                <a:gd name="T4" fmla="*/ 2839 w 2839"/>
                <a:gd name="T5" fmla="*/ 872 h 2839"/>
                <a:gd name="T6" fmla="*/ 872 w 2839"/>
                <a:gd name="T7" fmla="*/ 2839 h 2839"/>
                <a:gd name="T8" fmla="*/ 0 w 2839"/>
                <a:gd name="T9" fmla="*/ 2839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9" h="2839">
                  <a:moveTo>
                    <a:pt x="0" y="2839"/>
                  </a:moveTo>
                  <a:cubicBezTo>
                    <a:pt x="37" y="1288"/>
                    <a:pt x="1288" y="37"/>
                    <a:pt x="2839" y="0"/>
                  </a:cubicBezTo>
                  <a:lnTo>
                    <a:pt x="2839" y="872"/>
                  </a:lnTo>
                  <a:cubicBezTo>
                    <a:pt x="1770" y="909"/>
                    <a:pt x="909" y="1770"/>
                    <a:pt x="872" y="2839"/>
                  </a:cubicBezTo>
                  <a:lnTo>
                    <a:pt x="0" y="2839"/>
                  </a:lnTo>
                  <a:close/>
                </a:path>
              </a:pathLst>
            </a:custGeom>
            <a:solidFill>
              <a:srgbClr val="0B3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FC3AFAD9-84F9-49C3-CDF8-D79D5BA384C3}"/>
                </a:ext>
              </a:extLst>
            </p:cNvPr>
            <p:cNvSpPr/>
            <p:nvPr/>
          </p:nvSpPr>
          <p:spPr bwMode="auto">
            <a:xfrm>
              <a:off x="4527048" y="3610266"/>
              <a:ext cx="1527901" cy="1529814"/>
            </a:xfrm>
            <a:custGeom>
              <a:avLst/>
              <a:gdLst>
                <a:gd name="T0" fmla="*/ 2839 w 2839"/>
                <a:gd name="T1" fmla="*/ 2839 h 2839"/>
                <a:gd name="T2" fmla="*/ 0 w 2839"/>
                <a:gd name="T3" fmla="*/ 0 h 2839"/>
                <a:gd name="T4" fmla="*/ 872 w 2839"/>
                <a:gd name="T5" fmla="*/ 0 h 2839"/>
                <a:gd name="T6" fmla="*/ 2839 w 2839"/>
                <a:gd name="T7" fmla="*/ 1967 h 2839"/>
                <a:gd name="T8" fmla="*/ 2839 w 2839"/>
                <a:gd name="T9" fmla="*/ 2839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9" h="2839">
                  <a:moveTo>
                    <a:pt x="2839" y="2839"/>
                  </a:moveTo>
                  <a:cubicBezTo>
                    <a:pt x="1288" y="2802"/>
                    <a:pt x="37" y="1551"/>
                    <a:pt x="0" y="0"/>
                  </a:cubicBezTo>
                  <a:lnTo>
                    <a:pt x="872" y="0"/>
                  </a:lnTo>
                  <a:cubicBezTo>
                    <a:pt x="909" y="1069"/>
                    <a:pt x="1770" y="1930"/>
                    <a:pt x="2839" y="1967"/>
                  </a:cubicBezTo>
                  <a:lnTo>
                    <a:pt x="2839" y="2839"/>
                  </a:lnTo>
                  <a:close/>
                </a:path>
              </a:pathLst>
            </a:custGeom>
            <a:solidFill>
              <a:srgbClr val="6492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DE4C3C09-4861-ED4E-73B0-794CD3307B44}"/>
                </a:ext>
              </a:extLst>
            </p:cNvPr>
            <p:cNvSpPr/>
            <p:nvPr/>
          </p:nvSpPr>
          <p:spPr bwMode="auto">
            <a:xfrm>
              <a:off x="6132602" y="3610266"/>
              <a:ext cx="1527901" cy="1529814"/>
            </a:xfrm>
            <a:custGeom>
              <a:avLst/>
              <a:gdLst>
                <a:gd name="T0" fmla="*/ 2839 w 2839"/>
                <a:gd name="T1" fmla="*/ 0 h 2839"/>
                <a:gd name="T2" fmla="*/ 0 w 2839"/>
                <a:gd name="T3" fmla="*/ 2839 h 2839"/>
                <a:gd name="T4" fmla="*/ 0 w 2839"/>
                <a:gd name="T5" fmla="*/ 1967 h 2839"/>
                <a:gd name="T6" fmla="*/ 1967 w 2839"/>
                <a:gd name="T7" fmla="*/ 0 h 2839"/>
                <a:gd name="T8" fmla="*/ 2839 w 2839"/>
                <a:gd name="T9" fmla="*/ 0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9" h="2839">
                  <a:moveTo>
                    <a:pt x="2839" y="0"/>
                  </a:moveTo>
                  <a:cubicBezTo>
                    <a:pt x="2802" y="1551"/>
                    <a:pt x="1551" y="2802"/>
                    <a:pt x="0" y="2839"/>
                  </a:cubicBezTo>
                  <a:lnTo>
                    <a:pt x="0" y="1967"/>
                  </a:lnTo>
                  <a:cubicBezTo>
                    <a:pt x="1069" y="1930"/>
                    <a:pt x="1930" y="1069"/>
                    <a:pt x="1967" y="0"/>
                  </a:cubicBezTo>
                  <a:lnTo>
                    <a:pt x="2839" y="0"/>
                  </a:lnTo>
                  <a:close/>
                </a:path>
              </a:pathLst>
            </a:custGeom>
            <a:solidFill>
              <a:srgbClr val="95B4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7A145AB3-B729-6A2D-BEC5-D07BD0890086}"/>
                </a:ext>
              </a:extLst>
            </p:cNvPr>
            <p:cNvSpPr/>
            <p:nvPr/>
          </p:nvSpPr>
          <p:spPr bwMode="auto">
            <a:xfrm>
              <a:off x="6132602" y="2003803"/>
              <a:ext cx="1527901" cy="1529814"/>
            </a:xfrm>
            <a:custGeom>
              <a:avLst/>
              <a:gdLst>
                <a:gd name="T0" fmla="*/ 0 w 2839"/>
                <a:gd name="T1" fmla="*/ 0 h 2839"/>
                <a:gd name="T2" fmla="*/ 2839 w 2839"/>
                <a:gd name="T3" fmla="*/ 2839 h 2839"/>
                <a:gd name="T4" fmla="*/ 1967 w 2839"/>
                <a:gd name="T5" fmla="*/ 2839 h 2839"/>
                <a:gd name="T6" fmla="*/ 0 w 2839"/>
                <a:gd name="T7" fmla="*/ 872 h 2839"/>
                <a:gd name="T8" fmla="*/ 0 w 2839"/>
                <a:gd name="T9" fmla="*/ 0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9" h="2839">
                  <a:moveTo>
                    <a:pt x="0" y="0"/>
                  </a:moveTo>
                  <a:cubicBezTo>
                    <a:pt x="1551" y="37"/>
                    <a:pt x="2802" y="1288"/>
                    <a:pt x="2839" y="2839"/>
                  </a:cubicBezTo>
                  <a:lnTo>
                    <a:pt x="1967" y="2839"/>
                  </a:lnTo>
                  <a:cubicBezTo>
                    <a:pt x="1930" y="1770"/>
                    <a:pt x="1069" y="909"/>
                    <a:pt x="0" y="8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3235195-727E-8555-D54D-90E8E0E2A8FF}"/>
              </a:ext>
            </a:extLst>
          </p:cNvPr>
          <p:cNvGrpSpPr/>
          <p:nvPr/>
        </p:nvGrpSpPr>
        <p:grpSpPr>
          <a:xfrm>
            <a:off x="1665727" y="1878481"/>
            <a:ext cx="2859096" cy="1277135"/>
            <a:chOff x="-94764" y="1902906"/>
            <a:chExt cx="2859096" cy="1277135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A30565A-1454-53BC-BF94-4FD60BC1F089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989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通过 </a:t>
              </a:r>
              <a:r>
                <a:rPr lang="en-US" altLang="zh-CN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URL </a:t>
              </a: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路径请求资源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使用 </a:t>
              </a:r>
              <a:r>
                <a:rPr lang="en-US" altLang="zh-CN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HTTP </a:t>
              </a: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消息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发送请求时，不受编程语言限制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响应消息使用 </a:t>
              </a:r>
              <a:r>
                <a:rPr lang="en-US" altLang="zh-CN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JSON </a:t>
              </a: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或 </a:t>
              </a:r>
              <a:r>
                <a:rPr lang="en-US" altLang="zh-CN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XML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2A112C0-D6B7-5E7C-D665-646B423F2632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REST API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C57A442-F161-F267-3701-47D8A3D14BE4}"/>
              </a:ext>
            </a:extLst>
          </p:cNvPr>
          <p:cNvGrpSpPr/>
          <p:nvPr/>
        </p:nvGrpSpPr>
        <p:grpSpPr>
          <a:xfrm>
            <a:off x="7738156" y="4473955"/>
            <a:ext cx="2859096" cy="584638"/>
            <a:chOff x="-94764" y="1902906"/>
            <a:chExt cx="2859096" cy="584638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2435C00-A0C1-1D37-52FB-3FA4A2C46B07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2969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endParaRPr lang="zh-CN" altLang="en-US" sz="1000" dirty="0">
                <a:solidFill>
                  <a:srgbClr val="40404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A79B808-D4C7-2088-C364-4A7D71B0ABEF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……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5295929-64FB-65EF-CA51-061EED48DD42}"/>
              </a:ext>
            </a:extLst>
          </p:cNvPr>
          <p:cNvGrpSpPr/>
          <p:nvPr/>
        </p:nvGrpSpPr>
        <p:grpSpPr>
          <a:xfrm>
            <a:off x="1665727" y="4473955"/>
            <a:ext cx="2859096" cy="1072527"/>
            <a:chOff x="-94764" y="1902906"/>
            <a:chExt cx="2859096" cy="1072527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5ADC0F0-9305-F2BC-33F3-EAA9644A837B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通过 </a:t>
              </a:r>
              <a:r>
                <a:rPr lang="en-US" altLang="zh-CN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HTTP </a:t>
              </a: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加密消息调用远程服务器的 </a:t>
              </a:r>
              <a:r>
                <a:rPr lang="en-US" altLang="zh-CN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method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000" dirty="0" smtClean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响应消息使用二进制协议</a:t>
              </a:r>
              <a:endParaRPr lang="en-US" altLang="zh-CN" sz="10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E4732AA6-C917-C5E0-8AF9-895744A5D20E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PRC API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C57A442-F161-F267-3701-47D8A3D14BE4}"/>
              </a:ext>
            </a:extLst>
          </p:cNvPr>
          <p:cNvGrpSpPr/>
          <p:nvPr/>
        </p:nvGrpSpPr>
        <p:grpSpPr>
          <a:xfrm>
            <a:off x="7738156" y="1878481"/>
            <a:ext cx="2859096" cy="584638"/>
            <a:chOff x="-94764" y="1902906"/>
            <a:chExt cx="2859096" cy="584638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2435C00-A0C1-1D37-52FB-3FA4A2C46B07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2969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硬件设备使用的 </a:t>
              </a:r>
              <a:r>
                <a:rPr lang="en-US" altLang="zh-CN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API</a:t>
              </a:r>
              <a:r>
                <a:rPr lang="zh-CN" altLang="en-US" sz="10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，用于传输数据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A79B808-D4C7-2088-C364-4A7D71B0ABEF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 err="1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IoT</a:t>
              </a:r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 API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69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有哪些特点？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861612" y="1032044"/>
            <a:ext cx="897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Rest(</a:t>
            </a:r>
            <a:r>
              <a:rPr lang="en-US" altLang="zh-CN" sz="1600" b="1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ful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)=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presentational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tate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ransfer=</a:t>
            </a:r>
            <a:r>
              <a:rPr lang="zh-CN" altLang="en-US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表现层状态转换</a:t>
            </a:r>
            <a:endParaRPr lang="en-US" altLang="zh-CN" sz="16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8B9460FE-A4E7-0171-F400-EA0FC6D6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1790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0B308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C5D0404-B18D-9E71-BFEB-6F8EFC8E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1790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B1E20367-5F51-51E0-2F30-D8F5FB35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374967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6492D4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539FE58E-431C-6DD6-FDD8-8627D5122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374967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95B41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pic>
        <p:nvPicPr>
          <p:cNvPr id="22" name="Group 49" descr="D:\51PPT模板网\51pptmoban.com\图片.jpg">
            <a:extLst>
              <a:ext uri="{FF2B5EF4-FFF2-40B4-BE49-F238E27FC236}">
                <a16:creationId xmlns:a16="http://schemas.microsoft.com/office/drawing/2014/main" id="{90ADD927-4A10-9891-7F1C-FF2D7B38557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052" y="4205287"/>
            <a:ext cx="6762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reeform 24" descr="D:\51PPT模板网\51pptmoban.com\图片.jpg">
            <a:extLst>
              <a:ext uri="{FF2B5EF4-FFF2-40B4-BE49-F238E27FC236}">
                <a16:creationId xmlns:a16="http://schemas.microsoft.com/office/drawing/2014/main" id="{0E71D21B-9C34-C5D7-E748-804F663B3BA3}"/>
              </a:ext>
            </a:extLst>
          </p:cNvPr>
          <p:cNvSpPr>
            <a:spLocks noEditPoints="1"/>
          </p:cNvSpPr>
          <p:nvPr/>
        </p:nvSpPr>
        <p:spPr bwMode="auto">
          <a:xfrm>
            <a:off x="4819765" y="2195512"/>
            <a:ext cx="628650" cy="617538"/>
          </a:xfrm>
          <a:custGeom>
            <a:avLst/>
            <a:gdLst>
              <a:gd name="T0" fmla="*/ 2147483647 w 127"/>
              <a:gd name="T1" fmla="*/ 2147483647 h 125"/>
              <a:gd name="T2" fmla="*/ 2147483647 w 127"/>
              <a:gd name="T3" fmla="*/ 2147483647 h 125"/>
              <a:gd name="T4" fmla="*/ 2147483647 w 127"/>
              <a:gd name="T5" fmla="*/ 2147483647 h 125"/>
              <a:gd name="T6" fmla="*/ 2147483647 w 127"/>
              <a:gd name="T7" fmla="*/ 2147483647 h 125"/>
              <a:gd name="T8" fmla="*/ 2147483647 w 127"/>
              <a:gd name="T9" fmla="*/ 2147483647 h 125"/>
              <a:gd name="T10" fmla="*/ 2147483647 w 127"/>
              <a:gd name="T11" fmla="*/ 2147483647 h 125"/>
              <a:gd name="T12" fmla="*/ 2147483647 w 127"/>
              <a:gd name="T13" fmla="*/ 2147483647 h 125"/>
              <a:gd name="T14" fmla="*/ 2147483647 w 127"/>
              <a:gd name="T15" fmla="*/ 2147483647 h 125"/>
              <a:gd name="T16" fmla="*/ 2147483647 w 127"/>
              <a:gd name="T17" fmla="*/ 2147483647 h 125"/>
              <a:gd name="T18" fmla="*/ 2147483647 w 127"/>
              <a:gd name="T19" fmla="*/ 2147483647 h 125"/>
              <a:gd name="T20" fmla="*/ 2147483647 w 127"/>
              <a:gd name="T21" fmla="*/ 2147483647 h 125"/>
              <a:gd name="T22" fmla="*/ 2147483647 w 127"/>
              <a:gd name="T23" fmla="*/ 2147483647 h 125"/>
              <a:gd name="T24" fmla="*/ 2147483647 w 127"/>
              <a:gd name="T25" fmla="*/ 2147483647 h 125"/>
              <a:gd name="T26" fmla="*/ 2147483647 w 127"/>
              <a:gd name="T27" fmla="*/ 2147483647 h 125"/>
              <a:gd name="T28" fmla="*/ 2147483647 w 127"/>
              <a:gd name="T29" fmla="*/ 2147483647 h 125"/>
              <a:gd name="T30" fmla="*/ 2147483647 w 127"/>
              <a:gd name="T31" fmla="*/ 2147483647 h 125"/>
              <a:gd name="T32" fmla="*/ 2147483647 w 127"/>
              <a:gd name="T33" fmla="*/ 2147483647 h 125"/>
              <a:gd name="T34" fmla="*/ 0 w 127"/>
              <a:gd name="T35" fmla="*/ 2147483647 h 125"/>
              <a:gd name="T36" fmla="*/ 0 w 127"/>
              <a:gd name="T37" fmla="*/ 2147483647 h 125"/>
              <a:gd name="T38" fmla="*/ 2147483647 w 127"/>
              <a:gd name="T39" fmla="*/ 2147483647 h 125"/>
              <a:gd name="T40" fmla="*/ 2147483647 w 127"/>
              <a:gd name="T41" fmla="*/ 2147483647 h 125"/>
              <a:gd name="T42" fmla="*/ 2147483647 w 127"/>
              <a:gd name="T43" fmla="*/ 0 h 125"/>
              <a:gd name="T44" fmla="*/ 2147483647 w 127"/>
              <a:gd name="T45" fmla="*/ 2147483647 h 125"/>
              <a:gd name="T46" fmla="*/ 2147483647 w 127"/>
              <a:gd name="T47" fmla="*/ 2147483647 h 125"/>
              <a:gd name="T48" fmla="*/ 2147483647 w 127"/>
              <a:gd name="T49" fmla="*/ 2147483647 h 125"/>
              <a:gd name="T50" fmla="*/ 2147483647 w 127"/>
              <a:gd name="T51" fmla="*/ 2147483647 h 125"/>
              <a:gd name="T52" fmla="*/ 2147483647 w 127"/>
              <a:gd name="T53" fmla="*/ 2147483647 h 125"/>
              <a:gd name="T54" fmla="*/ 2147483647 w 127"/>
              <a:gd name="T55" fmla="*/ 2147483647 h 125"/>
              <a:gd name="T56" fmla="*/ 2147483647 w 127"/>
              <a:gd name="T57" fmla="*/ 2147483647 h 125"/>
              <a:gd name="T58" fmla="*/ 2147483647 w 127"/>
              <a:gd name="T59" fmla="*/ 2147483647 h 125"/>
              <a:gd name="T60" fmla="*/ 2147483647 w 127"/>
              <a:gd name="T61" fmla="*/ 2147483647 h 125"/>
              <a:gd name="T62" fmla="*/ 2147483647 w 127"/>
              <a:gd name="T63" fmla="*/ 2147483647 h 125"/>
              <a:gd name="T64" fmla="*/ 2147483647 w 127"/>
              <a:gd name="T65" fmla="*/ 2147483647 h 125"/>
              <a:gd name="T66" fmla="*/ 2147483647 w 127"/>
              <a:gd name="T67" fmla="*/ 2147483647 h 125"/>
              <a:gd name="T68" fmla="*/ 2147483647 w 127"/>
              <a:gd name="T69" fmla="*/ 2147483647 h 125"/>
              <a:gd name="T70" fmla="*/ 2147483647 w 127"/>
              <a:gd name="T71" fmla="*/ 2147483647 h 125"/>
              <a:gd name="T72" fmla="*/ 2147483647 w 127"/>
              <a:gd name="T73" fmla="*/ 2147483647 h 125"/>
              <a:gd name="T74" fmla="*/ 2147483647 w 127"/>
              <a:gd name="T75" fmla="*/ 2147483647 h 125"/>
              <a:gd name="T76" fmla="*/ 2147483647 w 127"/>
              <a:gd name="T77" fmla="*/ 2147483647 h 125"/>
              <a:gd name="T78" fmla="*/ 2147483647 w 127"/>
              <a:gd name="T79" fmla="*/ 2147483647 h 125"/>
              <a:gd name="T80" fmla="*/ 2147483647 w 127"/>
              <a:gd name="T81" fmla="*/ 2147483647 h 125"/>
              <a:gd name="T82" fmla="*/ 2147483647 w 127"/>
              <a:gd name="T83" fmla="*/ 2147483647 h 125"/>
              <a:gd name="T84" fmla="*/ 2147483647 w 127"/>
              <a:gd name="T85" fmla="*/ 2147483647 h 125"/>
              <a:gd name="T86" fmla="*/ 2147483647 w 127"/>
              <a:gd name="T87" fmla="*/ 2147483647 h 125"/>
              <a:gd name="T88" fmla="*/ 2147483647 w 127"/>
              <a:gd name="T89" fmla="*/ 2147483647 h 125"/>
              <a:gd name="T90" fmla="*/ 2147483647 w 127"/>
              <a:gd name="T91" fmla="*/ 2147483647 h 125"/>
              <a:gd name="T92" fmla="*/ 2147483647 w 127"/>
              <a:gd name="T93" fmla="*/ 2147483647 h 125"/>
              <a:gd name="T94" fmla="*/ 2147483647 w 127"/>
              <a:gd name="T95" fmla="*/ 2147483647 h 125"/>
              <a:gd name="T96" fmla="*/ 2147483647 w 127"/>
              <a:gd name="T97" fmla="*/ 2147483647 h 125"/>
              <a:gd name="T98" fmla="*/ 2147483647 w 127"/>
              <a:gd name="T99" fmla="*/ 2147483647 h 125"/>
              <a:gd name="T100" fmla="*/ 2147483647 w 127"/>
              <a:gd name="T101" fmla="*/ 2147483647 h 125"/>
              <a:gd name="T102" fmla="*/ 2147483647 w 127"/>
              <a:gd name="T103" fmla="*/ 2147483647 h 125"/>
              <a:gd name="T104" fmla="*/ 2147483647 w 127"/>
              <a:gd name="T105" fmla="*/ 2147483647 h 125"/>
              <a:gd name="T106" fmla="*/ 2147483647 w 127"/>
              <a:gd name="T107" fmla="*/ 2147483647 h 125"/>
              <a:gd name="T108" fmla="*/ 2147483647 w 127"/>
              <a:gd name="T109" fmla="*/ 2147483647 h 125"/>
              <a:gd name="T110" fmla="*/ 2147483647 w 127"/>
              <a:gd name="T111" fmla="*/ 2147483647 h 125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127" h="125">
                <a:moveTo>
                  <a:pt x="54" y="69"/>
                </a:moveTo>
                <a:cubicBezTo>
                  <a:pt x="54" y="73"/>
                  <a:pt x="51" y="76"/>
                  <a:pt x="47" y="76"/>
                </a:cubicBezTo>
                <a:cubicBezTo>
                  <a:pt x="44" y="76"/>
                  <a:pt x="41" y="73"/>
                  <a:pt x="41" y="69"/>
                </a:cubicBezTo>
                <a:cubicBezTo>
                  <a:pt x="41" y="66"/>
                  <a:pt x="44" y="63"/>
                  <a:pt x="47" y="63"/>
                </a:cubicBezTo>
                <a:cubicBezTo>
                  <a:pt x="51" y="63"/>
                  <a:pt x="54" y="66"/>
                  <a:pt x="54" y="69"/>
                </a:cubicBezTo>
                <a:close/>
                <a:moveTo>
                  <a:pt x="80" y="63"/>
                </a:moveTo>
                <a:cubicBezTo>
                  <a:pt x="77" y="63"/>
                  <a:pt x="74" y="66"/>
                  <a:pt x="74" y="69"/>
                </a:cubicBezTo>
                <a:cubicBezTo>
                  <a:pt x="74" y="73"/>
                  <a:pt x="77" y="76"/>
                  <a:pt x="80" y="76"/>
                </a:cubicBezTo>
                <a:cubicBezTo>
                  <a:pt x="84" y="76"/>
                  <a:pt x="87" y="73"/>
                  <a:pt x="87" y="69"/>
                </a:cubicBezTo>
                <a:cubicBezTo>
                  <a:pt x="87" y="66"/>
                  <a:pt x="84" y="63"/>
                  <a:pt x="80" y="63"/>
                </a:cubicBezTo>
                <a:close/>
                <a:moveTo>
                  <a:pt x="127" y="66"/>
                </a:moveTo>
                <a:cubicBezTo>
                  <a:pt x="127" y="78"/>
                  <a:pt x="127" y="78"/>
                  <a:pt x="127" y="78"/>
                </a:cubicBezTo>
                <a:cubicBezTo>
                  <a:pt x="127" y="84"/>
                  <a:pt x="122" y="89"/>
                  <a:pt x="116" y="89"/>
                </a:cubicBezTo>
                <a:cubicBezTo>
                  <a:pt x="108" y="89"/>
                  <a:pt x="108" y="89"/>
                  <a:pt x="108" y="89"/>
                </a:cubicBezTo>
                <a:cubicBezTo>
                  <a:pt x="100" y="112"/>
                  <a:pt x="79" y="125"/>
                  <a:pt x="64" y="125"/>
                </a:cubicBezTo>
                <a:cubicBezTo>
                  <a:pt x="48" y="125"/>
                  <a:pt x="28" y="112"/>
                  <a:pt x="19" y="89"/>
                </a:cubicBezTo>
                <a:cubicBezTo>
                  <a:pt x="11" y="89"/>
                  <a:pt x="11" y="89"/>
                  <a:pt x="11" y="89"/>
                </a:cubicBezTo>
                <a:cubicBezTo>
                  <a:pt x="5" y="89"/>
                  <a:pt x="0" y="84"/>
                  <a:pt x="0" y="78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1"/>
                  <a:pt x="2" y="58"/>
                  <a:pt x="6" y="56"/>
                </a:cubicBezTo>
                <a:cubicBezTo>
                  <a:pt x="6" y="38"/>
                  <a:pt x="11" y="24"/>
                  <a:pt x="21" y="15"/>
                </a:cubicBezTo>
                <a:cubicBezTo>
                  <a:pt x="31" y="5"/>
                  <a:pt x="45" y="0"/>
                  <a:pt x="64" y="0"/>
                </a:cubicBezTo>
                <a:cubicBezTo>
                  <a:pt x="82" y="0"/>
                  <a:pt x="96" y="5"/>
                  <a:pt x="106" y="15"/>
                </a:cubicBezTo>
                <a:cubicBezTo>
                  <a:pt x="116" y="24"/>
                  <a:pt x="121" y="38"/>
                  <a:pt x="121" y="56"/>
                </a:cubicBezTo>
                <a:cubicBezTo>
                  <a:pt x="125" y="58"/>
                  <a:pt x="127" y="61"/>
                  <a:pt x="127" y="66"/>
                </a:cubicBezTo>
                <a:close/>
                <a:moveTo>
                  <a:pt x="103" y="69"/>
                </a:moveTo>
                <a:cubicBezTo>
                  <a:pt x="103" y="66"/>
                  <a:pt x="103" y="64"/>
                  <a:pt x="103" y="61"/>
                </a:cubicBezTo>
                <a:cubicBezTo>
                  <a:pt x="98" y="56"/>
                  <a:pt x="89" y="53"/>
                  <a:pt x="77" y="52"/>
                </a:cubicBezTo>
                <a:cubicBezTo>
                  <a:pt x="79" y="53"/>
                  <a:pt x="80" y="56"/>
                  <a:pt x="81" y="58"/>
                </a:cubicBezTo>
                <a:cubicBezTo>
                  <a:pt x="74" y="53"/>
                  <a:pt x="60" y="54"/>
                  <a:pt x="50" y="42"/>
                </a:cubicBezTo>
                <a:cubicBezTo>
                  <a:pt x="49" y="41"/>
                  <a:pt x="49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6" y="37"/>
                  <a:pt x="46" y="36"/>
                  <a:pt x="46" y="37"/>
                </a:cubicBezTo>
                <a:cubicBezTo>
                  <a:pt x="45" y="52"/>
                  <a:pt x="35" y="63"/>
                  <a:pt x="24" y="64"/>
                </a:cubicBezTo>
                <a:cubicBezTo>
                  <a:pt x="24" y="66"/>
                  <a:pt x="24" y="68"/>
                  <a:pt x="24" y="69"/>
                </a:cubicBezTo>
                <a:cubicBezTo>
                  <a:pt x="24" y="75"/>
                  <a:pt x="25" y="81"/>
                  <a:pt x="27" y="86"/>
                </a:cubicBezTo>
                <a:cubicBezTo>
                  <a:pt x="33" y="93"/>
                  <a:pt x="43" y="95"/>
                  <a:pt x="52" y="96"/>
                </a:cubicBezTo>
                <a:cubicBezTo>
                  <a:pt x="54" y="93"/>
                  <a:pt x="58" y="91"/>
                  <a:pt x="63" y="91"/>
                </a:cubicBezTo>
                <a:cubicBezTo>
                  <a:pt x="69" y="91"/>
                  <a:pt x="73" y="95"/>
                  <a:pt x="73" y="99"/>
                </a:cubicBezTo>
                <a:cubicBezTo>
                  <a:pt x="73" y="104"/>
                  <a:pt x="69" y="107"/>
                  <a:pt x="63" y="107"/>
                </a:cubicBezTo>
                <a:cubicBezTo>
                  <a:pt x="58" y="107"/>
                  <a:pt x="54" y="105"/>
                  <a:pt x="52" y="102"/>
                </a:cubicBezTo>
                <a:cubicBezTo>
                  <a:pt x="46" y="102"/>
                  <a:pt x="39" y="101"/>
                  <a:pt x="32" y="98"/>
                </a:cubicBezTo>
                <a:cubicBezTo>
                  <a:pt x="41" y="111"/>
                  <a:pt x="55" y="118"/>
                  <a:pt x="64" y="118"/>
                </a:cubicBezTo>
                <a:cubicBezTo>
                  <a:pt x="77" y="118"/>
                  <a:pt x="103" y="101"/>
                  <a:pt x="103" y="69"/>
                </a:cubicBezTo>
                <a:close/>
                <a:moveTo>
                  <a:pt x="115" y="54"/>
                </a:moveTo>
                <a:cubicBezTo>
                  <a:pt x="114" y="23"/>
                  <a:pt x="96" y="7"/>
                  <a:pt x="64" y="7"/>
                </a:cubicBezTo>
                <a:cubicBezTo>
                  <a:pt x="31" y="7"/>
                  <a:pt x="13" y="23"/>
                  <a:pt x="13" y="54"/>
                </a:cubicBezTo>
                <a:cubicBezTo>
                  <a:pt x="17" y="54"/>
                  <a:pt x="17" y="54"/>
                  <a:pt x="17" y="54"/>
                </a:cubicBezTo>
                <a:cubicBezTo>
                  <a:pt x="19" y="44"/>
                  <a:pt x="22" y="35"/>
                  <a:pt x="27" y="29"/>
                </a:cubicBezTo>
                <a:cubicBezTo>
                  <a:pt x="35" y="18"/>
                  <a:pt x="48" y="13"/>
                  <a:pt x="64" y="13"/>
                </a:cubicBezTo>
                <a:cubicBezTo>
                  <a:pt x="80" y="13"/>
                  <a:pt x="92" y="18"/>
                  <a:pt x="100" y="29"/>
                </a:cubicBezTo>
                <a:cubicBezTo>
                  <a:pt x="105" y="35"/>
                  <a:pt x="109" y="44"/>
                  <a:pt x="110" y="54"/>
                </a:cubicBezTo>
                <a:lnTo>
                  <a:pt x="115" y="54"/>
                </a:lnTo>
                <a:close/>
                <a:moveTo>
                  <a:pt x="115" y="54"/>
                </a:moveTo>
                <a:cubicBezTo>
                  <a:pt x="115" y="54"/>
                  <a:pt x="115" y="54"/>
                  <a:pt x="115" y="5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682" tIns="60841" rIns="121682" bIns="60841"/>
          <a:lstStyle/>
          <a:p>
            <a:endParaRPr lang="zh-CN" altLang="en-US"/>
          </a:p>
        </p:txBody>
      </p:sp>
      <p:pic>
        <p:nvPicPr>
          <p:cNvPr id="24" name="Group 70">
            <a:extLst>
              <a:ext uri="{FF2B5EF4-FFF2-40B4-BE49-F238E27FC236}">
                <a16:creationId xmlns:a16="http://schemas.microsoft.com/office/drawing/2014/main" id="{918A7A34-37F7-19F9-F745-EAD7323B894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90" y="4216400"/>
            <a:ext cx="57308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oup 91">
            <a:extLst>
              <a:ext uri="{FF2B5EF4-FFF2-40B4-BE49-F238E27FC236}">
                <a16:creationId xmlns:a16="http://schemas.microsoft.com/office/drawing/2014/main" id="{026E0568-8BAE-36AF-5FEA-38296EEF27E2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565" y="2217737"/>
            <a:ext cx="6096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3">
            <a:extLst>
              <a:ext uri="{FF2B5EF4-FFF2-40B4-BE49-F238E27FC236}">
                <a16:creationId xmlns:a16="http://schemas.microsoft.com/office/drawing/2014/main" id="{9D244919-9152-5E13-2422-0BA705A86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852" y="3017837"/>
            <a:ext cx="12207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Language-agnostic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F2FB2861-D39B-16BB-95B5-6F1673030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777" y="3017837"/>
            <a:ext cx="12207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Focus on resources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3912662C-6B79-5B52-7353-9ED2D2052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852" y="4973637"/>
            <a:ext cx="12207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Stateless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8A402D52-684F-140A-5CDF-AF27AEEBD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52" y="4937125"/>
            <a:ext cx="12223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Cacheable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D54D580-30C8-E65A-BCA8-04DE26FF2D07}"/>
              </a:ext>
            </a:extLst>
          </p:cNvPr>
          <p:cNvGrpSpPr/>
          <p:nvPr/>
        </p:nvGrpSpPr>
        <p:grpSpPr>
          <a:xfrm>
            <a:off x="1371600" y="2177122"/>
            <a:ext cx="2692718" cy="902609"/>
            <a:chOff x="71614" y="1902906"/>
            <a:chExt cx="2692718" cy="902609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0071DC2-78DC-3B48-5C84-46F41CCA11C9}"/>
                </a:ext>
              </a:extLst>
            </p:cNvPr>
            <p:cNvSpPr txBox="1"/>
            <p:nvPr/>
          </p:nvSpPr>
          <p:spPr>
            <a:xfrm>
              <a:off x="71614" y="2190603"/>
              <a:ext cx="2692718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use any message format the API developers want to use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EDA35D51-3DF6-708A-4532-9387E37EE624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Language-agnostic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7281FDC-A671-3933-8B7D-2FE5CE57E6AB}"/>
              </a:ext>
            </a:extLst>
          </p:cNvPr>
          <p:cNvGrpSpPr/>
          <p:nvPr/>
        </p:nvGrpSpPr>
        <p:grpSpPr>
          <a:xfrm>
            <a:off x="8137259" y="4136097"/>
            <a:ext cx="2859096" cy="1179608"/>
            <a:chOff x="-94764" y="1902906"/>
            <a:chExt cx="2859096" cy="117960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ED3F33B-7F4B-F941-62A6-B79A5DFCC356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return the information from the cache instead of getting the resource from the server again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D244A5D-7FE1-B585-F0BA-FAB1B6CF21D0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Cacheable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8A4FE08-6F9F-0DF7-C5E3-F9F1EBC5462B}"/>
              </a:ext>
            </a:extLst>
          </p:cNvPr>
          <p:cNvGrpSpPr/>
          <p:nvPr/>
        </p:nvGrpSpPr>
        <p:grpSpPr>
          <a:xfrm>
            <a:off x="8137259" y="2177122"/>
            <a:ext cx="2859096" cy="1179608"/>
            <a:chOff x="-94764" y="1902906"/>
            <a:chExt cx="2859096" cy="1179608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2AA5F3C-4B3B-BE61-AD2E-B21AE2447154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Focus on resources (that is, things, rather than actions) and ways to access the resources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3E78C51-9A7C-00EC-D8E2-175AE7502B75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Focus on resources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689EB93-640C-A116-84C4-E830FE5DD14A}"/>
              </a:ext>
            </a:extLst>
          </p:cNvPr>
          <p:cNvGrpSpPr/>
          <p:nvPr/>
        </p:nvGrpSpPr>
        <p:grpSpPr>
          <a:xfrm>
            <a:off x="1205222" y="4136097"/>
            <a:ext cx="2859096" cy="1179608"/>
            <a:chOff x="-94764" y="1902906"/>
            <a:chExt cx="2859096" cy="1179608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F12F858-608C-846A-61E1-7081671EDE45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just"/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doesn’t remember your last request and take that into account when providing the new response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531A16F-7F99-3C51-A7FE-A37FF1FE0DE8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Stateless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20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有哪些特点？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861612" y="1032044"/>
            <a:ext cx="897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Rest(</a:t>
            </a:r>
            <a:r>
              <a:rPr lang="en-US" altLang="zh-CN" sz="1600" b="1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ful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)=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presentational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tate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ransfer=</a:t>
            </a:r>
            <a:r>
              <a:rPr lang="zh-CN" altLang="en-US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表现层状态转换</a:t>
            </a:r>
            <a:endParaRPr lang="en-US" altLang="zh-CN" sz="16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8B9460FE-A4E7-0171-F400-EA0FC6D6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1790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0B308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C5D0404-B18D-9E71-BFEB-6F8EFC8E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1790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B1E20367-5F51-51E0-2F30-D8F5FB35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374967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6492D4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539FE58E-431C-6DD6-FDD8-8627D5122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374967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95B41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pic>
        <p:nvPicPr>
          <p:cNvPr id="22" name="Group 49" descr="D:\51PPT模板网\51pptmoban.com\图片.jpg">
            <a:extLst>
              <a:ext uri="{FF2B5EF4-FFF2-40B4-BE49-F238E27FC236}">
                <a16:creationId xmlns:a16="http://schemas.microsoft.com/office/drawing/2014/main" id="{90ADD927-4A10-9891-7F1C-FF2D7B38557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052" y="4205287"/>
            <a:ext cx="6762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reeform 24" descr="D:\51PPT模板网\51pptmoban.com\图片.jpg">
            <a:extLst>
              <a:ext uri="{FF2B5EF4-FFF2-40B4-BE49-F238E27FC236}">
                <a16:creationId xmlns:a16="http://schemas.microsoft.com/office/drawing/2014/main" id="{0E71D21B-9C34-C5D7-E748-804F663B3BA3}"/>
              </a:ext>
            </a:extLst>
          </p:cNvPr>
          <p:cNvSpPr>
            <a:spLocks noEditPoints="1"/>
          </p:cNvSpPr>
          <p:nvPr/>
        </p:nvSpPr>
        <p:spPr bwMode="auto">
          <a:xfrm>
            <a:off x="4819765" y="2195512"/>
            <a:ext cx="628650" cy="617538"/>
          </a:xfrm>
          <a:custGeom>
            <a:avLst/>
            <a:gdLst>
              <a:gd name="T0" fmla="*/ 2147483647 w 127"/>
              <a:gd name="T1" fmla="*/ 2147483647 h 125"/>
              <a:gd name="T2" fmla="*/ 2147483647 w 127"/>
              <a:gd name="T3" fmla="*/ 2147483647 h 125"/>
              <a:gd name="T4" fmla="*/ 2147483647 w 127"/>
              <a:gd name="T5" fmla="*/ 2147483647 h 125"/>
              <a:gd name="T6" fmla="*/ 2147483647 w 127"/>
              <a:gd name="T7" fmla="*/ 2147483647 h 125"/>
              <a:gd name="T8" fmla="*/ 2147483647 w 127"/>
              <a:gd name="T9" fmla="*/ 2147483647 h 125"/>
              <a:gd name="T10" fmla="*/ 2147483647 w 127"/>
              <a:gd name="T11" fmla="*/ 2147483647 h 125"/>
              <a:gd name="T12" fmla="*/ 2147483647 w 127"/>
              <a:gd name="T13" fmla="*/ 2147483647 h 125"/>
              <a:gd name="T14" fmla="*/ 2147483647 w 127"/>
              <a:gd name="T15" fmla="*/ 2147483647 h 125"/>
              <a:gd name="T16" fmla="*/ 2147483647 w 127"/>
              <a:gd name="T17" fmla="*/ 2147483647 h 125"/>
              <a:gd name="T18" fmla="*/ 2147483647 w 127"/>
              <a:gd name="T19" fmla="*/ 2147483647 h 125"/>
              <a:gd name="T20" fmla="*/ 2147483647 w 127"/>
              <a:gd name="T21" fmla="*/ 2147483647 h 125"/>
              <a:gd name="T22" fmla="*/ 2147483647 w 127"/>
              <a:gd name="T23" fmla="*/ 2147483647 h 125"/>
              <a:gd name="T24" fmla="*/ 2147483647 w 127"/>
              <a:gd name="T25" fmla="*/ 2147483647 h 125"/>
              <a:gd name="T26" fmla="*/ 2147483647 w 127"/>
              <a:gd name="T27" fmla="*/ 2147483647 h 125"/>
              <a:gd name="T28" fmla="*/ 2147483647 w 127"/>
              <a:gd name="T29" fmla="*/ 2147483647 h 125"/>
              <a:gd name="T30" fmla="*/ 2147483647 w 127"/>
              <a:gd name="T31" fmla="*/ 2147483647 h 125"/>
              <a:gd name="T32" fmla="*/ 2147483647 w 127"/>
              <a:gd name="T33" fmla="*/ 2147483647 h 125"/>
              <a:gd name="T34" fmla="*/ 0 w 127"/>
              <a:gd name="T35" fmla="*/ 2147483647 h 125"/>
              <a:gd name="T36" fmla="*/ 0 w 127"/>
              <a:gd name="T37" fmla="*/ 2147483647 h 125"/>
              <a:gd name="T38" fmla="*/ 2147483647 w 127"/>
              <a:gd name="T39" fmla="*/ 2147483647 h 125"/>
              <a:gd name="T40" fmla="*/ 2147483647 w 127"/>
              <a:gd name="T41" fmla="*/ 2147483647 h 125"/>
              <a:gd name="T42" fmla="*/ 2147483647 w 127"/>
              <a:gd name="T43" fmla="*/ 0 h 125"/>
              <a:gd name="T44" fmla="*/ 2147483647 w 127"/>
              <a:gd name="T45" fmla="*/ 2147483647 h 125"/>
              <a:gd name="T46" fmla="*/ 2147483647 w 127"/>
              <a:gd name="T47" fmla="*/ 2147483647 h 125"/>
              <a:gd name="T48" fmla="*/ 2147483647 w 127"/>
              <a:gd name="T49" fmla="*/ 2147483647 h 125"/>
              <a:gd name="T50" fmla="*/ 2147483647 w 127"/>
              <a:gd name="T51" fmla="*/ 2147483647 h 125"/>
              <a:gd name="T52" fmla="*/ 2147483647 w 127"/>
              <a:gd name="T53" fmla="*/ 2147483647 h 125"/>
              <a:gd name="T54" fmla="*/ 2147483647 w 127"/>
              <a:gd name="T55" fmla="*/ 2147483647 h 125"/>
              <a:gd name="T56" fmla="*/ 2147483647 w 127"/>
              <a:gd name="T57" fmla="*/ 2147483647 h 125"/>
              <a:gd name="T58" fmla="*/ 2147483647 w 127"/>
              <a:gd name="T59" fmla="*/ 2147483647 h 125"/>
              <a:gd name="T60" fmla="*/ 2147483647 w 127"/>
              <a:gd name="T61" fmla="*/ 2147483647 h 125"/>
              <a:gd name="T62" fmla="*/ 2147483647 w 127"/>
              <a:gd name="T63" fmla="*/ 2147483647 h 125"/>
              <a:gd name="T64" fmla="*/ 2147483647 w 127"/>
              <a:gd name="T65" fmla="*/ 2147483647 h 125"/>
              <a:gd name="T66" fmla="*/ 2147483647 w 127"/>
              <a:gd name="T67" fmla="*/ 2147483647 h 125"/>
              <a:gd name="T68" fmla="*/ 2147483647 w 127"/>
              <a:gd name="T69" fmla="*/ 2147483647 h 125"/>
              <a:gd name="T70" fmla="*/ 2147483647 w 127"/>
              <a:gd name="T71" fmla="*/ 2147483647 h 125"/>
              <a:gd name="T72" fmla="*/ 2147483647 w 127"/>
              <a:gd name="T73" fmla="*/ 2147483647 h 125"/>
              <a:gd name="T74" fmla="*/ 2147483647 w 127"/>
              <a:gd name="T75" fmla="*/ 2147483647 h 125"/>
              <a:gd name="T76" fmla="*/ 2147483647 w 127"/>
              <a:gd name="T77" fmla="*/ 2147483647 h 125"/>
              <a:gd name="T78" fmla="*/ 2147483647 w 127"/>
              <a:gd name="T79" fmla="*/ 2147483647 h 125"/>
              <a:gd name="T80" fmla="*/ 2147483647 w 127"/>
              <a:gd name="T81" fmla="*/ 2147483647 h 125"/>
              <a:gd name="T82" fmla="*/ 2147483647 w 127"/>
              <a:gd name="T83" fmla="*/ 2147483647 h 125"/>
              <a:gd name="T84" fmla="*/ 2147483647 w 127"/>
              <a:gd name="T85" fmla="*/ 2147483647 h 125"/>
              <a:gd name="T86" fmla="*/ 2147483647 w 127"/>
              <a:gd name="T87" fmla="*/ 2147483647 h 125"/>
              <a:gd name="T88" fmla="*/ 2147483647 w 127"/>
              <a:gd name="T89" fmla="*/ 2147483647 h 125"/>
              <a:gd name="T90" fmla="*/ 2147483647 w 127"/>
              <a:gd name="T91" fmla="*/ 2147483647 h 125"/>
              <a:gd name="T92" fmla="*/ 2147483647 w 127"/>
              <a:gd name="T93" fmla="*/ 2147483647 h 125"/>
              <a:gd name="T94" fmla="*/ 2147483647 w 127"/>
              <a:gd name="T95" fmla="*/ 2147483647 h 125"/>
              <a:gd name="T96" fmla="*/ 2147483647 w 127"/>
              <a:gd name="T97" fmla="*/ 2147483647 h 125"/>
              <a:gd name="T98" fmla="*/ 2147483647 w 127"/>
              <a:gd name="T99" fmla="*/ 2147483647 h 125"/>
              <a:gd name="T100" fmla="*/ 2147483647 w 127"/>
              <a:gd name="T101" fmla="*/ 2147483647 h 125"/>
              <a:gd name="T102" fmla="*/ 2147483647 w 127"/>
              <a:gd name="T103" fmla="*/ 2147483647 h 125"/>
              <a:gd name="T104" fmla="*/ 2147483647 w 127"/>
              <a:gd name="T105" fmla="*/ 2147483647 h 125"/>
              <a:gd name="T106" fmla="*/ 2147483647 w 127"/>
              <a:gd name="T107" fmla="*/ 2147483647 h 125"/>
              <a:gd name="T108" fmla="*/ 2147483647 w 127"/>
              <a:gd name="T109" fmla="*/ 2147483647 h 125"/>
              <a:gd name="T110" fmla="*/ 2147483647 w 127"/>
              <a:gd name="T111" fmla="*/ 2147483647 h 125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127" h="125">
                <a:moveTo>
                  <a:pt x="54" y="69"/>
                </a:moveTo>
                <a:cubicBezTo>
                  <a:pt x="54" y="73"/>
                  <a:pt x="51" y="76"/>
                  <a:pt x="47" y="76"/>
                </a:cubicBezTo>
                <a:cubicBezTo>
                  <a:pt x="44" y="76"/>
                  <a:pt x="41" y="73"/>
                  <a:pt x="41" y="69"/>
                </a:cubicBezTo>
                <a:cubicBezTo>
                  <a:pt x="41" y="66"/>
                  <a:pt x="44" y="63"/>
                  <a:pt x="47" y="63"/>
                </a:cubicBezTo>
                <a:cubicBezTo>
                  <a:pt x="51" y="63"/>
                  <a:pt x="54" y="66"/>
                  <a:pt x="54" y="69"/>
                </a:cubicBezTo>
                <a:close/>
                <a:moveTo>
                  <a:pt x="80" y="63"/>
                </a:moveTo>
                <a:cubicBezTo>
                  <a:pt x="77" y="63"/>
                  <a:pt x="74" y="66"/>
                  <a:pt x="74" y="69"/>
                </a:cubicBezTo>
                <a:cubicBezTo>
                  <a:pt x="74" y="73"/>
                  <a:pt x="77" y="76"/>
                  <a:pt x="80" y="76"/>
                </a:cubicBezTo>
                <a:cubicBezTo>
                  <a:pt x="84" y="76"/>
                  <a:pt x="87" y="73"/>
                  <a:pt x="87" y="69"/>
                </a:cubicBezTo>
                <a:cubicBezTo>
                  <a:pt x="87" y="66"/>
                  <a:pt x="84" y="63"/>
                  <a:pt x="80" y="63"/>
                </a:cubicBezTo>
                <a:close/>
                <a:moveTo>
                  <a:pt x="127" y="66"/>
                </a:moveTo>
                <a:cubicBezTo>
                  <a:pt x="127" y="78"/>
                  <a:pt x="127" y="78"/>
                  <a:pt x="127" y="78"/>
                </a:cubicBezTo>
                <a:cubicBezTo>
                  <a:pt x="127" y="84"/>
                  <a:pt x="122" y="89"/>
                  <a:pt x="116" y="89"/>
                </a:cubicBezTo>
                <a:cubicBezTo>
                  <a:pt x="108" y="89"/>
                  <a:pt x="108" y="89"/>
                  <a:pt x="108" y="89"/>
                </a:cubicBezTo>
                <a:cubicBezTo>
                  <a:pt x="100" y="112"/>
                  <a:pt x="79" y="125"/>
                  <a:pt x="64" y="125"/>
                </a:cubicBezTo>
                <a:cubicBezTo>
                  <a:pt x="48" y="125"/>
                  <a:pt x="28" y="112"/>
                  <a:pt x="19" y="89"/>
                </a:cubicBezTo>
                <a:cubicBezTo>
                  <a:pt x="11" y="89"/>
                  <a:pt x="11" y="89"/>
                  <a:pt x="11" y="89"/>
                </a:cubicBezTo>
                <a:cubicBezTo>
                  <a:pt x="5" y="89"/>
                  <a:pt x="0" y="84"/>
                  <a:pt x="0" y="78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1"/>
                  <a:pt x="2" y="58"/>
                  <a:pt x="6" y="56"/>
                </a:cubicBezTo>
                <a:cubicBezTo>
                  <a:pt x="6" y="38"/>
                  <a:pt x="11" y="24"/>
                  <a:pt x="21" y="15"/>
                </a:cubicBezTo>
                <a:cubicBezTo>
                  <a:pt x="31" y="5"/>
                  <a:pt x="45" y="0"/>
                  <a:pt x="64" y="0"/>
                </a:cubicBezTo>
                <a:cubicBezTo>
                  <a:pt x="82" y="0"/>
                  <a:pt x="96" y="5"/>
                  <a:pt x="106" y="15"/>
                </a:cubicBezTo>
                <a:cubicBezTo>
                  <a:pt x="116" y="24"/>
                  <a:pt x="121" y="38"/>
                  <a:pt x="121" y="56"/>
                </a:cubicBezTo>
                <a:cubicBezTo>
                  <a:pt x="125" y="58"/>
                  <a:pt x="127" y="61"/>
                  <a:pt x="127" y="66"/>
                </a:cubicBezTo>
                <a:close/>
                <a:moveTo>
                  <a:pt x="103" y="69"/>
                </a:moveTo>
                <a:cubicBezTo>
                  <a:pt x="103" y="66"/>
                  <a:pt x="103" y="64"/>
                  <a:pt x="103" y="61"/>
                </a:cubicBezTo>
                <a:cubicBezTo>
                  <a:pt x="98" y="56"/>
                  <a:pt x="89" y="53"/>
                  <a:pt x="77" y="52"/>
                </a:cubicBezTo>
                <a:cubicBezTo>
                  <a:pt x="79" y="53"/>
                  <a:pt x="80" y="56"/>
                  <a:pt x="81" y="58"/>
                </a:cubicBezTo>
                <a:cubicBezTo>
                  <a:pt x="74" y="53"/>
                  <a:pt x="60" y="54"/>
                  <a:pt x="50" y="42"/>
                </a:cubicBezTo>
                <a:cubicBezTo>
                  <a:pt x="49" y="41"/>
                  <a:pt x="49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6" y="37"/>
                  <a:pt x="46" y="36"/>
                  <a:pt x="46" y="37"/>
                </a:cubicBezTo>
                <a:cubicBezTo>
                  <a:pt x="45" y="52"/>
                  <a:pt x="35" y="63"/>
                  <a:pt x="24" y="64"/>
                </a:cubicBezTo>
                <a:cubicBezTo>
                  <a:pt x="24" y="66"/>
                  <a:pt x="24" y="68"/>
                  <a:pt x="24" y="69"/>
                </a:cubicBezTo>
                <a:cubicBezTo>
                  <a:pt x="24" y="75"/>
                  <a:pt x="25" y="81"/>
                  <a:pt x="27" y="86"/>
                </a:cubicBezTo>
                <a:cubicBezTo>
                  <a:pt x="33" y="93"/>
                  <a:pt x="43" y="95"/>
                  <a:pt x="52" y="96"/>
                </a:cubicBezTo>
                <a:cubicBezTo>
                  <a:pt x="54" y="93"/>
                  <a:pt x="58" y="91"/>
                  <a:pt x="63" y="91"/>
                </a:cubicBezTo>
                <a:cubicBezTo>
                  <a:pt x="69" y="91"/>
                  <a:pt x="73" y="95"/>
                  <a:pt x="73" y="99"/>
                </a:cubicBezTo>
                <a:cubicBezTo>
                  <a:pt x="73" y="104"/>
                  <a:pt x="69" y="107"/>
                  <a:pt x="63" y="107"/>
                </a:cubicBezTo>
                <a:cubicBezTo>
                  <a:pt x="58" y="107"/>
                  <a:pt x="54" y="105"/>
                  <a:pt x="52" y="102"/>
                </a:cubicBezTo>
                <a:cubicBezTo>
                  <a:pt x="46" y="102"/>
                  <a:pt x="39" y="101"/>
                  <a:pt x="32" y="98"/>
                </a:cubicBezTo>
                <a:cubicBezTo>
                  <a:pt x="41" y="111"/>
                  <a:pt x="55" y="118"/>
                  <a:pt x="64" y="118"/>
                </a:cubicBezTo>
                <a:cubicBezTo>
                  <a:pt x="77" y="118"/>
                  <a:pt x="103" y="101"/>
                  <a:pt x="103" y="69"/>
                </a:cubicBezTo>
                <a:close/>
                <a:moveTo>
                  <a:pt x="115" y="54"/>
                </a:moveTo>
                <a:cubicBezTo>
                  <a:pt x="114" y="23"/>
                  <a:pt x="96" y="7"/>
                  <a:pt x="64" y="7"/>
                </a:cubicBezTo>
                <a:cubicBezTo>
                  <a:pt x="31" y="7"/>
                  <a:pt x="13" y="23"/>
                  <a:pt x="13" y="54"/>
                </a:cubicBezTo>
                <a:cubicBezTo>
                  <a:pt x="17" y="54"/>
                  <a:pt x="17" y="54"/>
                  <a:pt x="17" y="54"/>
                </a:cubicBezTo>
                <a:cubicBezTo>
                  <a:pt x="19" y="44"/>
                  <a:pt x="22" y="35"/>
                  <a:pt x="27" y="29"/>
                </a:cubicBezTo>
                <a:cubicBezTo>
                  <a:pt x="35" y="18"/>
                  <a:pt x="48" y="13"/>
                  <a:pt x="64" y="13"/>
                </a:cubicBezTo>
                <a:cubicBezTo>
                  <a:pt x="80" y="13"/>
                  <a:pt x="92" y="18"/>
                  <a:pt x="100" y="29"/>
                </a:cubicBezTo>
                <a:cubicBezTo>
                  <a:pt x="105" y="35"/>
                  <a:pt x="109" y="44"/>
                  <a:pt x="110" y="54"/>
                </a:cubicBezTo>
                <a:lnTo>
                  <a:pt x="115" y="54"/>
                </a:lnTo>
                <a:close/>
                <a:moveTo>
                  <a:pt x="115" y="54"/>
                </a:moveTo>
                <a:cubicBezTo>
                  <a:pt x="115" y="54"/>
                  <a:pt x="115" y="54"/>
                  <a:pt x="115" y="5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682" tIns="60841" rIns="121682" bIns="60841"/>
          <a:lstStyle/>
          <a:p>
            <a:endParaRPr lang="zh-CN" altLang="en-US"/>
          </a:p>
        </p:txBody>
      </p:sp>
      <p:pic>
        <p:nvPicPr>
          <p:cNvPr id="24" name="Group 70">
            <a:extLst>
              <a:ext uri="{FF2B5EF4-FFF2-40B4-BE49-F238E27FC236}">
                <a16:creationId xmlns:a16="http://schemas.microsoft.com/office/drawing/2014/main" id="{918A7A34-37F7-19F9-F745-EAD7323B894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90" y="4216400"/>
            <a:ext cx="57308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oup 91">
            <a:extLst>
              <a:ext uri="{FF2B5EF4-FFF2-40B4-BE49-F238E27FC236}">
                <a16:creationId xmlns:a16="http://schemas.microsoft.com/office/drawing/2014/main" id="{026E0568-8BAE-36AF-5FEA-38296EEF27E2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565" y="2217737"/>
            <a:ext cx="6096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3">
            <a:extLst>
              <a:ext uri="{FF2B5EF4-FFF2-40B4-BE49-F238E27FC236}">
                <a16:creationId xmlns:a16="http://schemas.microsoft.com/office/drawing/2014/main" id="{9D244919-9152-5E13-2422-0BA705A86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852" y="3017837"/>
            <a:ext cx="12207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Language-agnostic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F2FB2861-D39B-16BB-95B5-6F1673030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777" y="3017837"/>
            <a:ext cx="12207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Focus on resources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3912662C-6B79-5B52-7353-9ED2D2052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852" y="4973637"/>
            <a:ext cx="12207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Stateless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8A402D52-684F-140A-5CDF-AF27AEEBD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52" y="4937125"/>
            <a:ext cx="12223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Cacheable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D54D580-30C8-E65A-BCA8-04DE26FF2D07}"/>
              </a:ext>
            </a:extLst>
          </p:cNvPr>
          <p:cNvGrpSpPr/>
          <p:nvPr/>
        </p:nvGrpSpPr>
        <p:grpSpPr>
          <a:xfrm>
            <a:off x="1371600" y="2177122"/>
            <a:ext cx="2692718" cy="902609"/>
            <a:chOff x="71614" y="1902906"/>
            <a:chExt cx="2692718" cy="902609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0071DC2-78DC-3B48-5C84-46F41CCA11C9}"/>
                </a:ext>
              </a:extLst>
            </p:cNvPr>
            <p:cNvSpPr txBox="1"/>
            <p:nvPr/>
          </p:nvSpPr>
          <p:spPr>
            <a:xfrm>
              <a:off x="71614" y="2190603"/>
              <a:ext cx="2692718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use any message format the API developers want to use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EDA35D51-3DF6-708A-4532-9387E37EE624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Language-agnostic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7281FDC-A671-3933-8B7D-2FE5CE57E6AB}"/>
              </a:ext>
            </a:extLst>
          </p:cNvPr>
          <p:cNvGrpSpPr/>
          <p:nvPr/>
        </p:nvGrpSpPr>
        <p:grpSpPr>
          <a:xfrm>
            <a:off x="8137259" y="4136097"/>
            <a:ext cx="2859096" cy="1179608"/>
            <a:chOff x="-94764" y="1902906"/>
            <a:chExt cx="2859096" cy="117960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ED3F33B-7F4B-F941-62A6-B79A5DFCC356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return the information from the cache instead of getting the resource from the server again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D244A5D-7FE1-B585-F0BA-FAB1B6CF21D0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Cacheable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8A4FE08-6F9F-0DF7-C5E3-F9F1EBC5462B}"/>
              </a:ext>
            </a:extLst>
          </p:cNvPr>
          <p:cNvGrpSpPr/>
          <p:nvPr/>
        </p:nvGrpSpPr>
        <p:grpSpPr>
          <a:xfrm>
            <a:off x="8137259" y="2177122"/>
            <a:ext cx="2859096" cy="1179608"/>
            <a:chOff x="-94764" y="1902906"/>
            <a:chExt cx="2859096" cy="1179608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2AA5F3C-4B3B-BE61-AD2E-B21AE2447154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Focus on resources (that is, things, rather than actions) and ways to access the resources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3E78C51-9A7C-00EC-D8E2-175AE7502B75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Focus on resources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689EB93-640C-A116-84C4-E830FE5DD14A}"/>
              </a:ext>
            </a:extLst>
          </p:cNvPr>
          <p:cNvGrpSpPr/>
          <p:nvPr/>
        </p:nvGrpSpPr>
        <p:grpSpPr>
          <a:xfrm>
            <a:off x="1205222" y="4136097"/>
            <a:ext cx="2859096" cy="1179608"/>
            <a:chOff x="-94764" y="1902906"/>
            <a:chExt cx="2859096" cy="1179608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F12F858-608C-846A-61E1-7081671EDE45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just"/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doesn’t remember your last request and take that into account when providing the new response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531A16F-7F99-3C51-A7FE-A37FF1FE0DE8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Stateless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875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有哪些特点？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861612" y="1032044"/>
            <a:ext cx="897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=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emote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rocedure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 =</a:t>
            </a:r>
            <a:r>
              <a:rPr lang="zh-CN" altLang="en-US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远程过程调用</a:t>
            </a:r>
            <a:endParaRPr lang="en-US" altLang="zh-CN" sz="16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8B9460FE-A4E7-0171-F400-EA0FC6D6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160972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0B308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C5D0404-B18D-9E71-BFEB-6F8EFC8E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160972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B1E20367-5F51-51E0-2F30-D8F5FB35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3568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6492D4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539FE58E-431C-6DD6-FDD8-8627D5122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3568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95B41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pic>
        <p:nvPicPr>
          <p:cNvPr id="22" name="Group 49" descr="D:\51PPT模板网\51pptmoban.com\图片.jpg">
            <a:extLst>
              <a:ext uri="{FF2B5EF4-FFF2-40B4-BE49-F238E27FC236}">
                <a16:creationId xmlns:a16="http://schemas.microsoft.com/office/drawing/2014/main" id="{90ADD927-4A10-9891-7F1C-FF2D7B38557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052" y="4024312"/>
            <a:ext cx="6762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reeform 24" descr="D:\51PPT模板网\51pptmoban.com\图片.jpg">
            <a:extLst>
              <a:ext uri="{FF2B5EF4-FFF2-40B4-BE49-F238E27FC236}">
                <a16:creationId xmlns:a16="http://schemas.microsoft.com/office/drawing/2014/main" id="{0E71D21B-9C34-C5D7-E748-804F663B3BA3}"/>
              </a:ext>
            </a:extLst>
          </p:cNvPr>
          <p:cNvSpPr>
            <a:spLocks noEditPoints="1"/>
          </p:cNvSpPr>
          <p:nvPr/>
        </p:nvSpPr>
        <p:spPr bwMode="auto">
          <a:xfrm>
            <a:off x="4819765" y="2014537"/>
            <a:ext cx="628650" cy="617538"/>
          </a:xfrm>
          <a:custGeom>
            <a:avLst/>
            <a:gdLst>
              <a:gd name="T0" fmla="*/ 2147483647 w 127"/>
              <a:gd name="T1" fmla="*/ 2147483647 h 125"/>
              <a:gd name="T2" fmla="*/ 2147483647 w 127"/>
              <a:gd name="T3" fmla="*/ 2147483647 h 125"/>
              <a:gd name="T4" fmla="*/ 2147483647 w 127"/>
              <a:gd name="T5" fmla="*/ 2147483647 h 125"/>
              <a:gd name="T6" fmla="*/ 2147483647 w 127"/>
              <a:gd name="T7" fmla="*/ 2147483647 h 125"/>
              <a:gd name="T8" fmla="*/ 2147483647 w 127"/>
              <a:gd name="T9" fmla="*/ 2147483647 h 125"/>
              <a:gd name="T10" fmla="*/ 2147483647 w 127"/>
              <a:gd name="T11" fmla="*/ 2147483647 h 125"/>
              <a:gd name="T12" fmla="*/ 2147483647 w 127"/>
              <a:gd name="T13" fmla="*/ 2147483647 h 125"/>
              <a:gd name="T14" fmla="*/ 2147483647 w 127"/>
              <a:gd name="T15" fmla="*/ 2147483647 h 125"/>
              <a:gd name="T16" fmla="*/ 2147483647 w 127"/>
              <a:gd name="T17" fmla="*/ 2147483647 h 125"/>
              <a:gd name="T18" fmla="*/ 2147483647 w 127"/>
              <a:gd name="T19" fmla="*/ 2147483647 h 125"/>
              <a:gd name="T20" fmla="*/ 2147483647 w 127"/>
              <a:gd name="T21" fmla="*/ 2147483647 h 125"/>
              <a:gd name="T22" fmla="*/ 2147483647 w 127"/>
              <a:gd name="T23" fmla="*/ 2147483647 h 125"/>
              <a:gd name="T24" fmla="*/ 2147483647 w 127"/>
              <a:gd name="T25" fmla="*/ 2147483647 h 125"/>
              <a:gd name="T26" fmla="*/ 2147483647 w 127"/>
              <a:gd name="T27" fmla="*/ 2147483647 h 125"/>
              <a:gd name="T28" fmla="*/ 2147483647 w 127"/>
              <a:gd name="T29" fmla="*/ 2147483647 h 125"/>
              <a:gd name="T30" fmla="*/ 2147483647 w 127"/>
              <a:gd name="T31" fmla="*/ 2147483647 h 125"/>
              <a:gd name="T32" fmla="*/ 2147483647 w 127"/>
              <a:gd name="T33" fmla="*/ 2147483647 h 125"/>
              <a:gd name="T34" fmla="*/ 0 w 127"/>
              <a:gd name="T35" fmla="*/ 2147483647 h 125"/>
              <a:gd name="T36" fmla="*/ 0 w 127"/>
              <a:gd name="T37" fmla="*/ 2147483647 h 125"/>
              <a:gd name="T38" fmla="*/ 2147483647 w 127"/>
              <a:gd name="T39" fmla="*/ 2147483647 h 125"/>
              <a:gd name="T40" fmla="*/ 2147483647 w 127"/>
              <a:gd name="T41" fmla="*/ 2147483647 h 125"/>
              <a:gd name="T42" fmla="*/ 2147483647 w 127"/>
              <a:gd name="T43" fmla="*/ 0 h 125"/>
              <a:gd name="T44" fmla="*/ 2147483647 w 127"/>
              <a:gd name="T45" fmla="*/ 2147483647 h 125"/>
              <a:gd name="T46" fmla="*/ 2147483647 w 127"/>
              <a:gd name="T47" fmla="*/ 2147483647 h 125"/>
              <a:gd name="T48" fmla="*/ 2147483647 w 127"/>
              <a:gd name="T49" fmla="*/ 2147483647 h 125"/>
              <a:gd name="T50" fmla="*/ 2147483647 w 127"/>
              <a:gd name="T51" fmla="*/ 2147483647 h 125"/>
              <a:gd name="T52" fmla="*/ 2147483647 w 127"/>
              <a:gd name="T53" fmla="*/ 2147483647 h 125"/>
              <a:gd name="T54" fmla="*/ 2147483647 w 127"/>
              <a:gd name="T55" fmla="*/ 2147483647 h 125"/>
              <a:gd name="T56" fmla="*/ 2147483647 w 127"/>
              <a:gd name="T57" fmla="*/ 2147483647 h 125"/>
              <a:gd name="T58" fmla="*/ 2147483647 w 127"/>
              <a:gd name="T59" fmla="*/ 2147483647 h 125"/>
              <a:gd name="T60" fmla="*/ 2147483647 w 127"/>
              <a:gd name="T61" fmla="*/ 2147483647 h 125"/>
              <a:gd name="T62" fmla="*/ 2147483647 w 127"/>
              <a:gd name="T63" fmla="*/ 2147483647 h 125"/>
              <a:gd name="T64" fmla="*/ 2147483647 w 127"/>
              <a:gd name="T65" fmla="*/ 2147483647 h 125"/>
              <a:gd name="T66" fmla="*/ 2147483647 w 127"/>
              <a:gd name="T67" fmla="*/ 2147483647 h 125"/>
              <a:gd name="T68" fmla="*/ 2147483647 w 127"/>
              <a:gd name="T69" fmla="*/ 2147483647 h 125"/>
              <a:gd name="T70" fmla="*/ 2147483647 w 127"/>
              <a:gd name="T71" fmla="*/ 2147483647 h 125"/>
              <a:gd name="T72" fmla="*/ 2147483647 w 127"/>
              <a:gd name="T73" fmla="*/ 2147483647 h 125"/>
              <a:gd name="T74" fmla="*/ 2147483647 w 127"/>
              <a:gd name="T75" fmla="*/ 2147483647 h 125"/>
              <a:gd name="T76" fmla="*/ 2147483647 w 127"/>
              <a:gd name="T77" fmla="*/ 2147483647 h 125"/>
              <a:gd name="T78" fmla="*/ 2147483647 w 127"/>
              <a:gd name="T79" fmla="*/ 2147483647 h 125"/>
              <a:gd name="T80" fmla="*/ 2147483647 w 127"/>
              <a:gd name="T81" fmla="*/ 2147483647 h 125"/>
              <a:gd name="T82" fmla="*/ 2147483647 w 127"/>
              <a:gd name="T83" fmla="*/ 2147483647 h 125"/>
              <a:gd name="T84" fmla="*/ 2147483647 w 127"/>
              <a:gd name="T85" fmla="*/ 2147483647 h 125"/>
              <a:gd name="T86" fmla="*/ 2147483647 w 127"/>
              <a:gd name="T87" fmla="*/ 2147483647 h 125"/>
              <a:gd name="T88" fmla="*/ 2147483647 w 127"/>
              <a:gd name="T89" fmla="*/ 2147483647 h 125"/>
              <a:gd name="T90" fmla="*/ 2147483647 w 127"/>
              <a:gd name="T91" fmla="*/ 2147483647 h 125"/>
              <a:gd name="T92" fmla="*/ 2147483647 w 127"/>
              <a:gd name="T93" fmla="*/ 2147483647 h 125"/>
              <a:gd name="T94" fmla="*/ 2147483647 w 127"/>
              <a:gd name="T95" fmla="*/ 2147483647 h 125"/>
              <a:gd name="T96" fmla="*/ 2147483647 w 127"/>
              <a:gd name="T97" fmla="*/ 2147483647 h 125"/>
              <a:gd name="T98" fmla="*/ 2147483647 w 127"/>
              <a:gd name="T99" fmla="*/ 2147483647 h 125"/>
              <a:gd name="T100" fmla="*/ 2147483647 w 127"/>
              <a:gd name="T101" fmla="*/ 2147483647 h 125"/>
              <a:gd name="T102" fmla="*/ 2147483647 w 127"/>
              <a:gd name="T103" fmla="*/ 2147483647 h 125"/>
              <a:gd name="T104" fmla="*/ 2147483647 w 127"/>
              <a:gd name="T105" fmla="*/ 2147483647 h 125"/>
              <a:gd name="T106" fmla="*/ 2147483647 w 127"/>
              <a:gd name="T107" fmla="*/ 2147483647 h 125"/>
              <a:gd name="T108" fmla="*/ 2147483647 w 127"/>
              <a:gd name="T109" fmla="*/ 2147483647 h 125"/>
              <a:gd name="T110" fmla="*/ 2147483647 w 127"/>
              <a:gd name="T111" fmla="*/ 2147483647 h 125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127" h="125">
                <a:moveTo>
                  <a:pt x="54" y="69"/>
                </a:moveTo>
                <a:cubicBezTo>
                  <a:pt x="54" y="73"/>
                  <a:pt x="51" y="76"/>
                  <a:pt x="47" y="76"/>
                </a:cubicBezTo>
                <a:cubicBezTo>
                  <a:pt x="44" y="76"/>
                  <a:pt x="41" y="73"/>
                  <a:pt x="41" y="69"/>
                </a:cubicBezTo>
                <a:cubicBezTo>
                  <a:pt x="41" y="66"/>
                  <a:pt x="44" y="63"/>
                  <a:pt x="47" y="63"/>
                </a:cubicBezTo>
                <a:cubicBezTo>
                  <a:pt x="51" y="63"/>
                  <a:pt x="54" y="66"/>
                  <a:pt x="54" y="69"/>
                </a:cubicBezTo>
                <a:close/>
                <a:moveTo>
                  <a:pt x="80" y="63"/>
                </a:moveTo>
                <a:cubicBezTo>
                  <a:pt x="77" y="63"/>
                  <a:pt x="74" y="66"/>
                  <a:pt x="74" y="69"/>
                </a:cubicBezTo>
                <a:cubicBezTo>
                  <a:pt x="74" y="73"/>
                  <a:pt x="77" y="76"/>
                  <a:pt x="80" y="76"/>
                </a:cubicBezTo>
                <a:cubicBezTo>
                  <a:pt x="84" y="76"/>
                  <a:pt x="87" y="73"/>
                  <a:pt x="87" y="69"/>
                </a:cubicBezTo>
                <a:cubicBezTo>
                  <a:pt x="87" y="66"/>
                  <a:pt x="84" y="63"/>
                  <a:pt x="80" y="63"/>
                </a:cubicBezTo>
                <a:close/>
                <a:moveTo>
                  <a:pt x="127" y="66"/>
                </a:moveTo>
                <a:cubicBezTo>
                  <a:pt x="127" y="78"/>
                  <a:pt x="127" y="78"/>
                  <a:pt x="127" y="78"/>
                </a:cubicBezTo>
                <a:cubicBezTo>
                  <a:pt x="127" y="84"/>
                  <a:pt x="122" y="89"/>
                  <a:pt x="116" y="89"/>
                </a:cubicBezTo>
                <a:cubicBezTo>
                  <a:pt x="108" y="89"/>
                  <a:pt x="108" y="89"/>
                  <a:pt x="108" y="89"/>
                </a:cubicBezTo>
                <a:cubicBezTo>
                  <a:pt x="100" y="112"/>
                  <a:pt x="79" y="125"/>
                  <a:pt x="64" y="125"/>
                </a:cubicBezTo>
                <a:cubicBezTo>
                  <a:pt x="48" y="125"/>
                  <a:pt x="28" y="112"/>
                  <a:pt x="19" y="89"/>
                </a:cubicBezTo>
                <a:cubicBezTo>
                  <a:pt x="11" y="89"/>
                  <a:pt x="11" y="89"/>
                  <a:pt x="11" y="89"/>
                </a:cubicBezTo>
                <a:cubicBezTo>
                  <a:pt x="5" y="89"/>
                  <a:pt x="0" y="84"/>
                  <a:pt x="0" y="78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1"/>
                  <a:pt x="2" y="58"/>
                  <a:pt x="6" y="56"/>
                </a:cubicBezTo>
                <a:cubicBezTo>
                  <a:pt x="6" y="38"/>
                  <a:pt x="11" y="24"/>
                  <a:pt x="21" y="15"/>
                </a:cubicBezTo>
                <a:cubicBezTo>
                  <a:pt x="31" y="5"/>
                  <a:pt x="45" y="0"/>
                  <a:pt x="64" y="0"/>
                </a:cubicBezTo>
                <a:cubicBezTo>
                  <a:pt x="82" y="0"/>
                  <a:pt x="96" y="5"/>
                  <a:pt x="106" y="15"/>
                </a:cubicBezTo>
                <a:cubicBezTo>
                  <a:pt x="116" y="24"/>
                  <a:pt x="121" y="38"/>
                  <a:pt x="121" y="56"/>
                </a:cubicBezTo>
                <a:cubicBezTo>
                  <a:pt x="125" y="58"/>
                  <a:pt x="127" y="61"/>
                  <a:pt x="127" y="66"/>
                </a:cubicBezTo>
                <a:close/>
                <a:moveTo>
                  <a:pt x="103" y="69"/>
                </a:moveTo>
                <a:cubicBezTo>
                  <a:pt x="103" y="66"/>
                  <a:pt x="103" y="64"/>
                  <a:pt x="103" y="61"/>
                </a:cubicBezTo>
                <a:cubicBezTo>
                  <a:pt x="98" y="56"/>
                  <a:pt x="89" y="53"/>
                  <a:pt x="77" y="52"/>
                </a:cubicBezTo>
                <a:cubicBezTo>
                  <a:pt x="79" y="53"/>
                  <a:pt x="80" y="56"/>
                  <a:pt x="81" y="58"/>
                </a:cubicBezTo>
                <a:cubicBezTo>
                  <a:pt x="74" y="53"/>
                  <a:pt x="60" y="54"/>
                  <a:pt x="50" y="42"/>
                </a:cubicBezTo>
                <a:cubicBezTo>
                  <a:pt x="49" y="41"/>
                  <a:pt x="49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6" y="37"/>
                  <a:pt x="46" y="36"/>
                  <a:pt x="46" y="37"/>
                </a:cubicBezTo>
                <a:cubicBezTo>
                  <a:pt x="45" y="52"/>
                  <a:pt x="35" y="63"/>
                  <a:pt x="24" y="64"/>
                </a:cubicBezTo>
                <a:cubicBezTo>
                  <a:pt x="24" y="66"/>
                  <a:pt x="24" y="68"/>
                  <a:pt x="24" y="69"/>
                </a:cubicBezTo>
                <a:cubicBezTo>
                  <a:pt x="24" y="75"/>
                  <a:pt x="25" y="81"/>
                  <a:pt x="27" y="86"/>
                </a:cubicBezTo>
                <a:cubicBezTo>
                  <a:pt x="33" y="93"/>
                  <a:pt x="43" y="95"/>
                  <a:pt x="52" y="96"/>
                </a:cubicBezTo>
                <a:cubicBezTo>
                  <a:pt x="54" y="93"/>
                  <a:pt x="58" y="91"/>
                  <a:pt x="63" y="91"/>
                </a:cubicBezTo>
                <a:cubicBezTo>
                  <a:pt x="69" y="91"/>
                  <a:pt x="73" y="95"/>
                  <a:pt x="73" y="99"/>
                </a:cubicBezTo>
                <a:cubicBezTo>
                  <a:pt x="73" y="104"/>
                  <a:pt x="69" y="107"/>
                  <a:pt x="63" y="107"/>
                </a:cubicBezTo>
                <a:cubicBezTo>
                  <a:pt x="58" y="107"/>
                  <a:pt x="54" y="105"/>
                  <a:pt x="52" y="102"/>
                </a:cubicBezTo>
                <a:cubicBezTo>
                  <a:pt x="46" y="102"/>
                  <a:pt x="39" y="101"/>
                  <a:pt x="32" y="98"/>
                </a:cubicBezTo>
                <a:cubicBezTo>
                  <a:pt x="41" y="111"/>
                  <a:pt x="55" y="118"/>
                  <a:pt x="64" y="118"/>
                </a:cubicBezTo>
                <a:cubicBezTo>
                  <a:pt x="77" y="118"/>
                  <a:pt x="103" y="101"/>
                  <a:pt x="103" y="69"/>
                </a:cubicBezTo>
                <a:close/>
                <a:moveTo>
                  <a:pt x="115" y="54"/>
                </a:moveTo>
                <a:cubicBezTo>
                  <a:pt x="114" y="23"/>
                  <a:pt x="96" y="7"/>
                  <a:pt x="64" y="7"/>
                </a:cubicBezTo>
                <a:cubicBezTo>
                  <a:pt x="31" y="7"/>
                  <a:pt x="13" y="23"/>
                  <a:pt x="13" y="54"/>
                </a:cubicBezTo>
                <a:cubicBezTo>
                  <a:pt x="17" y="54"/>
                  <a:pt x="17" y="54"/>
                  <a:pt x="17" y="54"/>
                </a:cubicBezTo>
                <a:cubicBezTo>
                  <a:pt x="19" y="44"/>
                  <a:pt x="22" y="35"/>
                  <a:pt x="27" y="29"/>
                </a:cubicBezTo>
                <a:cubicBezTo>
                  <a:pt x="35" y="18"/>
                  <a:pt x="48" y="13"/>
                  <a:pt x="64" y="13"/>
                </a:cubicBezTo>
                <a:cubicBezTo>
                  <a:pt x="80" y="13"/>
                  <a:pt x="92" y="18"/>
                  <a:pt x="100" y="29"/>
                </a:cubicBezTo>
                <a:cubicBezTo>
                  <a:pt x="105" y="35"/>
                  <a:pt x="109" y="44"/>
                  <a:pt x="110" y="54"/>
                </a:cubicBezTo>
                <a:lnTo>
                  <a:pt x="115" y="54"/>
                </a:lnTo>
                <a:close/>
                <a:moveTo>
                  <a:pt x="115" y="54"/>
                </a:moveTo>
                <a:cubicBezTo>
                  <a:pt x="115" y="54"/>
                  <a:pt x="115" y="54"/>
                  <a:pt x="115" y="5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682" tIns="60841" rIns="121682" bIns="60841"/>
          <a:lstStyle/>
          <a:p>
            <a:endParaRPr lang="zh-CN" altLang="en-US"/>
          </a:p>
        </p:txBody>
      </p:sp>
      <p:pic>
        <p:nvPicPr>
          <p:cNvPr id="24" name="Group 70">
            <a:extLst>
              <a:ext uri="{FF2B5EF4-FFF2-40B4-BE49-F238E27FC236}">
                <a16:creationId xmlns:a16="http://schemas.microsoft.com/office/drawing/2014/main" id="{918A7A34-37F7-19F9-F745-EAD7323B894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90" y="4035425"/>
            <a:ext cx="57308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oup 91">
            <a:extLst>
              <a:ext uri="{FF2B5EF4-FFF2-40B4-BE49-F238E27FC236}">
                <a16:creationId xmlns:a16="http://schemas.microsoft.com/office/drawing/2014/main" id="{026E0568-8BAE-36AF-5FEA-38296EEF27E2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565" y="2036762"/>
            <a:ext cx="6096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3">
            <a:extLst>
              <a:ext uri="{FF2B5EF4-FFF2-40B4-BE49-F238E27FC236}">
                <a16:creationId xmlns:a16="http://schemas.microsoft.com/office/drawing/2014/main" id="{9D244919-9152-5E13-2422-0BA705A86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4042" y="2827337"/>
            <a:ext cx="138568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Internal service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F2FB2861-D39B-16BB-95B5-6F1673030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777" y="2836862"/>
            <a:ext cx="12207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Focus on actions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3912662C-6B79-5B52-7353-9ED2D2052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2130" y="4792662"/>
            <a:ext cx="150951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Binary data format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8A402D52-684F-140A-5CDF-AF27AEEBD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52" y="4756150"/>
            <a:ext cx="12223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Cacheable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D54D580-30C8-E65A-BCA8-04DE26FF2D07}"/>
              </a:ext>
            </a:extLst>
          </p:cNvPr>
          <p:cNvGrpSpPr/>
          <p:nvPr/>
        </p:nvGrpSpPr>
        <p:grpSpPr>
          <a:xfrm>
            <a:off x="1371600" y="1996147"/>
            <a:ext cx="2692718" cy="902609"/>
            <a:chOff x="71614" y="1902906"/>
            <a:chExt cx="2692718" cy="902609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0071DC2-78DC-3B48-5C84-46F41CCA11C9}"/>
                </a:ext>
              </a:extLst>
            </p:cNvPr>
            <p:cNvSpPr txBox="1"/>
            <p:nvPr/>
          </p:nvSpPr>
          <p:spPr>
            <a:xfrm>
              <a:off x="71614" y="2190603"/>
              <a:ext cx="2692718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More possible to use among the developing team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EDA35D51-3DF6-708A-4532-9387E37EE624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Internal service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7281FDC-A671-3933-8B7D-2FE5CE57E6AB}"/>
              </a:ext>
            </a:extLst>
          </p:cNvPr>
          <p:cNvGrpSpPr/>
          <p:nvPr/>
        </p:nvGrpSpPr>
        <p:grpSpPr>
          <a:xfrm>
            <a:off x="8137259" y="3955122"/>
            <a:ext cx="2859096" cy="902609"/>
            <a:chOff x="-94764" y="1902906"/>
            <a:chExt cx="2859096" cy="902609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ED3F33B-7F4B-F941-62A6-B79A5DFCC356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Cannot return the information from the cache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D244A5D-7FE1-B585-F0BA-FAB1B6CF21D0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Not Cacheable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8A4FE08-6F9F-0DF7-C5E3-F9F1EBC5462B}"/>
              </a:ext>
            </a:extLst>
          </p:cNvPr>
          <p:cNvGrpSpPr/>
          <p:nvPr/>
        </p:nvGrpSpPr>
        <p:grpSpPr>
          <a:xfrm>
            <a:off x="8137259" y="1996147"/>
            <a:ext cx="2859096" cy="1179608"/>
            <a:chOff x="-94764" y="1902906"/>
            <a:chExt cx="2859096" cy="1179608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2AA5F3C-4B3B-BE61-AD2E-B21AE2447154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Focus on resources (that is, things, rather than actions) and ways to access the resources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3E78C51-9A7C-00EC-D8E2-175AE7502B75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Focus on actions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689EB93-640C-A116-84C4-E830FE5DD14A}"/>
              </a:ext>
            </a:extLst>
          </p:cNvPr>
          <p:cNvGrpSpPr/>
          <p:nvPr/>
        </p:nvGrpSpPr>
        <p:grpSpPr>
          <a:xfrm>
            <a:off x="1205222" y="3955122"/>
            <a:ext cx="2859096" cy="902609"/>
            <a:chOff x="-94764" y="1902906"/>
            <a:chExt cx="2859096" cy="902609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F12F858-608C-846A-61E1-7081671EDE45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RPC API uses binary data format instead of JSON or XML </a:t>
              </a:r>
              <a:r>
                <a:rPr lang="en-US" altLang="zh-CN" sz="1200" dirty="0" err="1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foramt</a:t>
              </a:r>
              <a:endParaRPr lang="en-US" altLang="zh-CN" sz="1200" dirty="0">
                <a:solidFill>
                  <a:srgbClr val="40404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531A16F-7F99-3C51-A7FE-A37FF1FE0DE8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Binary data format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364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有哪些特点？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A07DA7-8046-FDB7-A4C0-4D72A50F57E7}"/>
              </a:ext>
            </a:extLst>
          </p:cNvPr>
          <p:cNvSpPr txBox="1"/>
          <p:nvPr/>
        </p:nvSpPr>
        <p:spPr>
          <a:xfrm>
            <a:off x="861612" y="1032044"/>
            <a:ext cx="897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=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emote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rocedure </a:t>
            </a:r>
            <a:r>
              <a:rPr lang="en-US" altLang="zh-CN" sz="16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en-US" altLang="zh-CN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all =</a:t>
            </a:r>
            <a:r>
              <a:rPr lang="zh-CN" altLang="en-US" sz="16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远程过程调用</a:t>
            </a:r>
            <a:endParaRPr lang="en-US" altLang="zh-CN" sz="16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8B9460FE-A4E7-0171-F400-EA0FC6D6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160972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0B308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3C5D0404-B18D-9E71-BFEB-6F8EFC8EE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1609725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404040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B1E20367-5F51-51E0-2F30-D8F5FB35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165" y="3568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6492D4"/>
          </a:solidFill>
          <a:ln>
            <a:noFill/>
          </a:ln>
        </p:spPr>
        <p:txBody>
          <a:bodyPr tIns="608409" bIns="0" anchor="ctr" anchorCtr="1"/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21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539FE58E-431C-6DD6-FDD8-8627D5122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140" y="3568700"/>
            <a:ext cx="1817687" cy="1819275"/>
          </a:xfrm>
          <a:prstGeom prst="roundRect">
            <a:avLst>
              <a:gd name="adj" fmla="val 16667"/>
            </a:avLst>
          </a:prstGeom>
          <a:solidFill>
            <a:srgbClr val="95B41E"/>
          </a:solidFill>
          <a:ln>
            <a:noFill/>
          </a:ln>
        </p:spPr>
        <p:txBody>
          <a:bodyPr lIns="91431" tIns="287968" rIns="91431" bIns="45715"/>
          <a:lstStyle/>
          <a:p>
            <a:pPr algn="ctr"/>
            <a:endParaRPr lang="en-US" altLang="zh-CN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pic>
        <p:nvPicPr>
          <p:cNvPr id="22" name="Group 49" descr="D:\51PPT模板网\51pptmoban.com\图片.jpg">
            <a:extLst>
              <a:ext uri="{FF2B5EF4-FFF2-40B4-BE49-F238E27FC236}">
                <a16:creationId xmlns:a16="http://schemas.microsoft.com/office/drawing/2014/main" id="{90ADD927-4A10-9891-7F1C-FF2D7B38557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052" y="4024312"/>
            <a:ext cx="6762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Freeform 24" descr="D:\51PPT模板网\51pptmoban.com\图片.jpg">
            <a:extLst>
              <a:ext uri="{FF2B5EF4-FFF2-40B4-BE49-F238E27FC236}">
                <a16:creationId xmlns:a16="http://schemas.microsoft.com/office/drawing/2014/main" id="{0E71D21B-9C34-C5D7-E748-804F663B3BA3}"/>
              </a:ext>
            </a:extLst>
          </p:cNvPr>
          <p:cNvSpPr>
            <a:spLocks noEditPoints="1"/>
          </p:cNvSpPr>
          <p:nvPr/>
        </p:nvSpPr>
        <p:spPr bwMode="auto">
          <a:xfrm>
            <a:off x="4819765" y="2014537"/>
            <a:ext cx="628650" cy="617538"/>
          </a:xfrm>
          <a:custGeom>
            <a:avLst/>
            <a:gdLst>
              <a:gd name="T0" fmla="*/ 2147483647 w 127"/>
              <a:gd name="T1" fmla="*/ 2147483647 h 125"/>
              <a:gd name="T2" fmla="*/ 2147483647 w 127"/>
              <a:gd name="T3" fmla="*/ 2147483647 h 125"/>
              <a:gd name="T4" fmla="*/ 2147483647 w 127"/>
              <a:gd name="T5" fmla="*/ 2147483647 h 125"/>
              <a:gd name="T6" fmla="*/ 2147483647 w 127"/>
              <a:gd name="T7" fmla="*/ 2147483647 h 125"/>
              <a:gd name="T8" fmla="*/ 2147483647 w 127"/>
              <a:gd name="T9" fmla="*/ 2147483647 h 125"/>
              <a:gd name="T10" fmla="*/ 2147483647 w 127"/>
              <a:gd name="T11" fmla="*/ 2147483647 h 125"/>
              <a:gd name="T12" fmla="*/ 2147483647 w 127"/>
              <a:gd name="T13" fmla="*/ 2147483647 h 125"/>
              <a:gd name="T14" fmla="*/ 2147483647 w 127"/>
              <a:gd name="T15" fmla="*/ 2147483647 h 125"/>
              <a:gd name="T16" fmla="*/ 2147483647 w 127"/>
              <a:gd name="T17" fmla="*/ 2147483647 h 125"/>
              <a:gd name="T18" fmla="*/ 2147483647 w 127"/>
              <a:gd name="T19" fmla="*/ 2147483647 h 125"/>
              <a:gd name="T20" fmla="*/ 2147483647 w 127"/>
              <a:gd name="T21" fmla="*/ 2147483647 h 125"/>
              <a:gd name="T22" fmla="*/ 2147483647 w 127"/>
              <a:gd name="T23" fmla="*/ 2147483647 h 125"/>
              <a:gd name="T24" fmla="*/ 2147483647 w 127"/>
              <a:gd name="T25" fmla="*/ 2147483647 h 125"/>
              <a:gd name="T26" fmla="*/ 2147483647 w 127"/>
              <a:gd name="T27" fmla="*/ 2147483647 h 125"/>
              <a:gd name="T28" fmla="*/ 2147483647 w 127"/>
              <a:gd name="T29" fmla="*/ 2147483647 h 125"/>
              <a:gd name="T30" fmla="*/ 2147483647 w 127"/>
              <a:gd name="T31" fmla="*/ 2147483647 h 125"/>
              <a:gd name="T32" fmla="*/ 2147483647 w 127"/>
              <a:gd name="T33" fmla="*/ 2147483647 h 125"/>
              <a:gd name="T34" fmla="*/ 0 w 127"/>
              <a:gd name="T35" fmla="*/ 2147483647 h 125"/>
              <a:gd name="T36" fmla="*/ 0 w 127"/>
              <a:gd name="T37" fmla="*/ 2147483647 h 125"/>
              <a:gd name="T38" fmla="*/ 2147483647 w 127"/>
              <a:gd name="T39" fmla="*/ 2147483647 h 125"/>
              <a:gd name="T40" fmla="*/ 2147483647 w 127"/>
              <a:gd name="T41" fmla="*/ 2147483647 h 125"/>
              <a:gd name="T42" fmla="*/ 2147483647 w 127"/>
              <a:gd name="T43" fmla="*/ 0 h 125"/>
              <a:gd name="T44" fmla="*/ 2147483647 w 127"/>
              <a:gd name="T45" fmla="*/ 2147483647 h 125"/>
              <a:gd name="T46" fmla="*/ 2147483647 w 127"/>
              <a:gd name="T47" fmla="*/ 2147483647 h 125"/>
              <a:gd name="T48" fmla="*/ 2147483647 w 127"/>
              <a:gd name="T49" fmla="*/ 2147483647 h 125"/>
              <a:gd name="T50" fmla="*/ 2147483647 w 127"/>
              <a:gd name="T51" fmla="*/ 2147483647 h 125"/>
              <a:gd name="T52" fmla="*/ 2147483647 w 127"/>
              <a:gd name="T53" fmla="*/ 2147483647 h 125"/>
              <a:gd name="T54" fmla="*/ 2147483647 w 127"/>
              <a:gd name="T55" fmla="*/ 2147483647 h 125"/>
              <a:gd name="T56" fmla="*/ 2147483647 w 127"/>
              <a:gd name="T57" fmla="*/ 2147483647 h 125"/>
              <a:gd name="T58" fmla="*/ 2147483647 w 127"/>
              <a:gd name="T59" fmla="*/ 2147483647 h 125"/>
              <a:gd name="T60" fmla="*/ 2147483647 w 127"/>
              <a:gd name="T61" fmla="*/ 2147483647 h 125"/>
              <a:gd name="T62" fmla="*/ 2147483647 w 127"/>
              <a:gd name="T63" fmla="*/ 2147483647 h 125"/>
              <a:gd name="T64" fmla="*/ 2147483647 w 127"/>
              <a:gd name="T65" fmla="*/ 2147483647 h 125"/>
              <a:gd name="T66" fmla="*/ 2147483647 w 127"/>
              <a:gd name="T67" fmla="*/ 2147483647 h 125"/>
              <a:gd name="T68" fmla="*/ 2147483647 w 127"/>
              <a:gd name="T69" fmla="*/ 2147483647 h 125"/>
              <a:gd name="T70" fmla="*/ 2147483647 w 127"/>
              <a:gd name="T71" fmla="*/ 2147483647 h 125"/>
              <a:gd name="T72" fmla="*/ 2147483647 w 127"/>
              <a:gd name="T73" fmla="*/ 2147483647 h 125"/>
              <a:gd name="T74" fmla="*/ 2147483647 w 127"/>
              <a:gd name="T75" fmla="*/ 2147483647 h 125"/>
              <a:gd name="T76" fmla="*/ 2147483647 w 127"/>
              <a:gd name="T77" fmla="*/ 2147483647 h 125"/>
              <a:gd name="T78" fmla="*/ 2147483647 w 127"/>
              <a:gd name="T79" fmla="*/ 2147483647 h 125"/>
              <a:gd name="T80" fmla="*/ 2147483647 w 127"/>
              <a:gd name="T81" fmla="*/ 2147483647 h 125"/>
              <a:gd name="T82" fmla="*/ 2147483647 w 127"/>
              <a:gd name="T83" fmla="*/ 2147483647 h 125"/>
              <a:gd name="T84" fmla="*/ 2147483647 w 127"/>
              <a:gd name="T85" fmla="*/ 2147483647 h 125"/>
              <a:gd name="T86" fmla="*/ 2147483647 w 127"/>
              <a:gd name="T87" fmla="*/ 2147483647 h 125"/>
              <a:gd name="T88" fmla="*/ 2147483647 w 127"/>
              <a:gd name="T89" fmla="*/ 2147483647 h 125"/>
              <a:gd name="T90" fmla="*/ 2147483647 w 127"/>
              <a:gd name="T91" fmla="*/ 2147483647 h 125"/>
              <a:gd name="T92" fmla="*/ 2147483647 w 127"/>
              <a:gd name="T93" fmla="*/ 2147483647 h 125"/>
              <a:gd name="T94" fmla="*/ 2147483647 w 127"/>
              <a:gd name="T95" fmla="*/ 2147483647 h 125"/>
              <a:gd name="T96" fmla="*/ 2147483647 w 127"/>
              <a:gd name="T97" fmla="*/ 2147483647 h 125"/>
              <a:gd name="T98" fmla="*/ 2147483647 w 127"/>
              <a:gd name="T99" fmla="*/ 2147483647 h 125"/>
              <a:gd name="T100" fmla="*/ 2147483647 w 127"/>
              <a:gd name="T101" fmla="*/ 2147483647 h 125"/>
              <a:gd name="T102" fmla="*/ 2147483647 w 127"/>
              <a:gd name="T103" fmla="*/ 2147483647 h 125"/>
              <a:gd name="T104" fmla="*/ 2147483647 w 127"/>
              <a:gd name="T105" fmla="*/ 2147483647 h 125"/>
              <a:gd name="T106" fmla="*/ 2147483647 w 127"/>
              <a:gd name="T107" fmla="*/ 2147483647 h 125"/>
              <a:gd name="T108" fmla="*/ 2147483647 w 127"/>
              <a:gd name="T109" fmla="*/ 2147483647 h 125"/>
              <a:gd name="T110" fmla="*/ 2147483647 w 127"/>
              <a:gd name="T111" fmla="*/ 2147483647 h 125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127" h="125">
                <a:moveTo>
                  <a:pt x="54" y="69"/>
                </a:moveTo>
                <a:cubicBezTo>
                  <a:pt x="54" y="73"/>
                  <a:pt x="51" y="76"/>
                  <a:pt x="47" y="76"/>
                </a:cubicBezTo>
                <a:cubicBezTo>
                  <a:pt x="44" y="76"/>
                  <a:pt x="41" y="73"/>
                  <a:pt x="41" y="69"/>
                </a:cubicBezTo>
                <a:cubicBezTo>
                  <a:pt x="41" y="66"/>
                  <a:pt x="44" y="63"/>
                  <a:pt x="47" y="63"/>
                </a:cubicBezTo>
                <a:cubicBezTo>
                  <a:pt x="51" y="63"/>
                  <a:pt x="54" y="66"/>
                  <a:pt x="54" y="69"/>
                </a:cubicBezTo>
                <a:close/>
                <a:moveTo>
                  <a:pt x="80" y="63"/>
                </a:moveTo>
                <a:cubicBezTo>
                  <a:pt x="77" y="63"/>
                  <a:pt x="74" y="66"/>
                  <a:pt x="74" y="69"/>
                </a:cubicBezTo>
                <a:cubicBezTo>
                  <a:pt x="74" y="73"/>
                  <a:pt x="77" y="76"/>
                  <a:pt x="80" y="76"/>
                </a:cubicBezTo>
                <a:cubicBezTo>
                  <a:pt x="84" y="76"/>
                  <a:pt x="87" y="73"/>
                  <a:pt x="87" y="69"/>
                </a:cubicBezTo>
                <a:cubicBezTo>
                  <a:pt x="87" y="66"/>
                  <a:pt x="84" y="63"/>
                  <a:pt x="80" y="63"/>
                </a:cubicBezTo>
                <a:close/>
                <a:moveTo>
                  <a:pt x="127" y="66"/>
                </a:moveTo>
                <a:cubicBezTo>
                  <a:pt x="127" y="78"/>
                  <a:pt x="127" y="78"/>
                  <a:pt x="127" y="78"/>
                </a:cubicBezTo>
                <a:cubicBezTo>
                  <a:pt x="127" y="84"/>
                  <a:pt x="122" y="89"/>
                  <a:pt x="116" y="89"/>
                </a:cubicBezTo>
                <a:cubicBezTo>
                  <a:pt x="108" y="89"/>
                  <a:pt x="108" y="89"/>
                  <a:pt x="108" y="89"/>
                </a:cubicBezTo>
                <a:cubicBezTo>
                  <a:pt x="100" y="112"/>
                  <a:pt x="79" y="125"/>
                  <a:pt x="64" y="125"/>
                </a:cubicBezTo>
                <a:cubicBezTo>
                  <a:pt x="48" y="125"/>
                  <a:pt x="28" y="112"/>
                  <a:pt x="19" y="89"/>
                </a:cubicBezTo>
                <a:cubicBezTo>
                  <a:pt x="11" y="89"/>
                  <a:pt x="11" y="89"/>
                  <a:pt x="11" y="89"/>
                </a:cubicBezTo>
                <a:cubicBezTo>
                  <a:pt x="5" y="89"/>
                  <a:pt x="0" y="84"/>
                  <a:pt x="0" y="78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1"/>
                  <a:pt x="2" y="58"/>
                  <a:pt x="6" y="56"/>
                </a:cubicBezTo>
                <a:cubicBezTo>
                  <a:pt x="6" y="38"/>
                  <a:pt x="11" y="24"/>
                  <a:pt x="21" y="15"/>
                </a:cubicBezTo>
                <a:cubicBezTo>
                  <a:pt x="31" y="5"/>
                  <a:pt x="45" y="0"/>
                  <a:pt x="64" y="0"/>
                </a:cubicBezTo>
                <a:cubicBezTo>
                  <a:pt x="82" y="0"/>
                  <a:pt x="96" y="5"/>
                  <a:pt x="106" y="15"/>
                </a:cubicBezTo>
                <a:cubicBezTo>
                  <a:pt x="116" y="24"/>
                  <a:pt x="121" y="38"/>
                  <a:pt x="121" y="56"/>
                </a:cubicBezTo>
                <a:cubicBezTo>
                  <a:pt x="125" y="58"/>
                  <a:pt x="127" y="61"/>
                  <a:pt x="127" y="66"/>
                </a:cubicBezTo>
                <a:close/>
                <a:moveTo>
                  <a:pt x="103" y="69"/>
                </a:moveTo>
                <a:cubicBezTo>
                  <a:pt x="103" y="66"/>
                  <a:pt x="103" y="64"/>
                  <a:pt x="103" y="61"/>
                </a:cubicBezTo>
                <a:cubicBezTo>
                  <a:pt x="98" y="56"/>
                  <a:pt x="89" y="53"/>
                  <a:pt x="77" y="52"/>
                </a:cubicBezTo>
                <a:cubicBezTo>
                  <a:pt x="79" y="53"/>
                  <a:pt x="80" y="56"/>
                  <a:pt x="81" y="58"/>
                </a:cubicBezTo>
                <a:cubicBezTo>
                  <a:pt x="74" y="53"/>
                  <a:pt x="60" y="54"/>
                  <a:pt x="50" y="42"/>
                </a:cubicBezTo>
                <a:cubicBezTo>
                  <a:pt x="49" y="41"/>
                  <a:pt x="49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8" y="40"/>
                  <a:pt x="48" y="40"/>
                  <a:pt x="48" y="40"/>
                </a:cubicBezTo>
                <a:cubicBezTo>
                  <a:pt x="46" y="37"/>
                  <a:pt x="46" y="36"/>
                  <a:pt x="46" y="37"/>
                </a:cubicBezTo>
                <a:cubicBezTo>
                  <a:pt x="45" y="52"/>
                  <a:pt x="35" y="63"/>
                  <a:pt x="24" y="64"/>
                </a:cubicBezTo>
                <a:cubicBezTo>
                  <a:pt x="24" y="66"/>
                  <a:pt x="24" y="68"/>
                  <a:pt x="24" y="69"/>
                </a:cubicBezTo>
                <a:cubicBezTo>
                  <a:pt x="24" y="75"/>
                  <a:pt x="25" y="81"/>
                  <a:pt x="27" y="86"/>
                </a:cubicBezTo>
                <a:cubicBezTo>
                  <a:pt x="33" y="93"/>
                  <a:pt x="43" y="95"/>
                  <a:pt x="52" y="96"/>
                </a:cubicBezTo>
                <a:cubicBezTo>
                  <a:pt x="54" y="93"/>
                  <a:pt x="58" y="91"/>
                  <a:pt x="63" y="91"/>
                </a:cubicBezTo>
                <a:cubicBezTo>
                  <a:pt x="69" y="91"/>
                  <a:pt x="73" y="95"/>
                  <a:pt x="73" y="99"/>
                </a:cubicBezTo>
                <a:cubicBezTo>
                  <a:pt x="73" y="104"/>
                  <a:pt x="69" y="107"/>
                  <a:pt x="63" y="107"/>
                </a:cubicBezTo>
                <a:cubicBezTo>
                  <a:pt x="58" y="107"/>
                  <a:pt x="54" y="105"/>
                  <a:pt x="52" y="102"/>
                </a:cubicBezTo>
                <a:cubicBezTo>
                  <a:pt x="46" y="102"/>
                  <a:pt x="39" y="101"/>
                  <a:pt x="32" y="98"/>
                </a:cubicBezTo>
                <a:cubicBezTo>
                  <a:pt x="41" y="111"/>
                  <a:pt x="55" y="118"/>
                  <a:pt x="64" y="118"/>
                </a:cubicBezTo>
                <a:cubicBezTo>
                  <a:pt x="77" y="118"/>
                  <a:pt x="103" y="101"/>
                  <a:pt x="103" y="69"/>
                </a:cubicBezTo>
                <a:close/>
                <a:moveTo>
                  <a:pt x="115" y="54"/>
                </a:moveTo>
                <a:cubicBezTo>
                  <a:pt x="114" y="23"/>
                  <a:pt x="96" y="7"/>
                  <a:pt x="64" y="7"/>
                </a:cubicBezTo>
                <a:cubicBezTo>
                  <a:pt x="31" y="7"/>
                  <a:pt x="13" y="23"/>
                  <a:pt x="13" y="54"/>
                </a:cubicBezTo>
                <a:cubicBezTo>
                  <a:pt x="17" y="54"/>
                  <a:pt x="17" y="54"/>
                  <a:pt x="17" y="54"/>
                </a:cubicBezTo>
                <a:cubicBezTo>
                  <a:pt x="19" y="44"/>
                  <a:pt x="22" y="35"/>
                  <a:pt x="27" y="29"/>
                </a:cubicBezTo>
                <a:cubicBezTo>
                  <a:pt x="35" y="18"/>
                  <a:pt x="48" y="13"/>
                  <a:pt x="64" y="13"/>
                </a:cubicBezTo>
                <a:cubicBezTo>
                  <a:pt x="80" y="13"/>
                  <a:pt x="92" y="18"/>
                  <a:pt x="100" y="29"/>
                </a:cubicBezTo>
                <a:cubicBezTo>
                  <a:pt x="105" y="35"/>
                  <a:pt x="109" y="44"/>
                  <a:pt x="110" y="54"/>
                </a:cubicBezTo>
                <a:lnTo>
                  <a:pt x="115" y="54"/>
                </a:lnTo>
                <a:close/>
                <a:moveTo>
                  <a:pt x="115" y="54"/>
                </a:moveTo>
                <a:cubicBezTo>
                  <a:pt x="115" y="54"/>
                  <a:pt x="115" y="54"/>
                  <a:pt x="115" y="54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682" tIns="60841" rIns="121682" bIns="60841"/>
          <a:lstStyle/>
          <a:p>
            <a:endParaRPr lang="zh-CN" altLang="en-US"/>
          </a:p>
        </p:txBody>
      </p:sp>
      <p:pic>
        <p:nvPicPr>
          <p:cNvPr id="24" name="Group 70">
            <a:extLst>
              <a:ext uri="{FF2B5EF4-FFF2-40B4-BE49-F238E27FC236}">
                <a16:creationId xmlns:a16="http://schemas.microsoft.com/office/drawing/2014/main" id="{918A7A34-37F7-19F9-F745-EAD7323B894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990" y="4035425"/>
            <a:ext cx="57308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oup 91">
            <a:extLst>
              <a:ext uri="{FF2B5EF4-FFF2-40B4-BE49-F238E27FC236}">
                <a16:creationId xmlns:a16="http://schemas.microsoft.com/office/drawing/2014/main" id="{026E0568-8BAE-36AF-5FEA-38296EEF27E2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565" y="2036762"/>
            <a:ext cx="6096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3">
            <a:extLst>
              <a:ext uri="{FF2B5EF4-FFF2-40B4-BE49-F238E27FC236}">
                <a16:creationId xmlns:a16="http://schemas.microsoft.com/office/drawing/2014/main" id="{9D244919-9152-5E13-2422-0BA705A86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4042" y="2827337"/>
            <a:ext cx="138568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Internal service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F2FB2861-D39B-16BB-95B5-6F1673030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777" y="2836862"/>
            <a:ext cx="122078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Focus on actions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3912662C-6B79-5B52-7353-9ED2D2052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2130" y="4792662"/>
            <a:ext cx="150951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Binary data format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8A402D52-684F-140A-5CDF-AF27AEEBD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952" y="4756150"/>
            <a:ext cx="12223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 eaLnBrk="0" hangingPunc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1216025" eaLnBrk="0" hangingPunc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6025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Cacheable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D54D580-30C8-E65A-BCA8-04DE26FF2D07}"/>
              </a:ext>
            </a:extLst>
          </p:cNvPr>
          <p:cNvGrpSpPr/>
          <p:nvPr/>
        </p:nvGrpSpPr>
        <p:grpSpPr>
          <a:xfrm>
            <a:off x="1371600" y="1996147"/>
            <a:ext cx="2692718" cy="902609"/>
            <a:chOff x="71614" y="1902906"/>
            <a:chExt cx="2692718" cy="902609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0071DC2-78DC-3B48-5C84-46F41CCA11C9}"/>
                </a:ext>
              </a:extLst>
            </p:cNvPr>
            <p:cNvSpPr txBox="1"/>
            <p:nvPr/>
          </p:nvSpPr>
          <p:spPr>
            <a:xfrm>
              <a:off x="71614" y="2190603"/>
              <a:ext cx="2692718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More possible to use among the developing team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EDA35D51-3DF6-708A-4532-9387E37EE624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Internal service</a:t>
              </a: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7281FDC-A671-3933-8B7D-2FE5CE57E6AB}"/>
              </a:ext>
            </a:extLst>
          </p:cNvPr>
          <p:cNvGrpSpPr/>
          <p:nvPr/>
        </p:nvGrpSpPr>
        <p:grpSpPr>
          <a:xfrm>
            <a:off x="8137259" y="3955122"/>
            <a:ext cx="2859096" cy="902609"/>
            <a:chOff x="-94764" y="1902906"/>
            <a:chExt cx="2859096" cy="902609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ED3F33B-7F4B-F941-62A6-B79A5DFCC356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Cannot return the information from the cache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D244A5D-7FE1-B585-F0BA-FAB1B6CF21D0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Not Cacheable</a:t>
              </a:r>
              <a:endParaRPr lang="zh-CN" altLang="en-US" sz="1600" dirty="0">
                <a:solidFill>
                  <a:srgbClr val="4040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8A4FE08-6F9F-0DF7-C5E3-F9F1EBC5462B}"/>
              </a:ext>
            </a:extLst>
          </p:cNvPr>
          <p:cNvGrpSpPr/>
          <p:nvPr/>
        </p:nvGrpSpPr>
        <p:grpSpPr>
          <a:xfrm>
            <a:off x="8137259" y="1996147"/>
            <a:ext cx="2859096" cy="1179608"/>
            <a:chOff x="-94764" y="1902906"/>
            <a:chExt cx="2859096" cy="1179608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2AA5F3C-4B3B-BE61-AD2E-B21AE2447154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8919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Focus on resources (that is, things, rather than actions) and ways to access the resources</a:t>
              </a:r>
              <a:endParaRPr lang="en-US" altLang="zh-CN" sz="1200" dirty="0">
                <a:solidFill>
                  <a:srgbClr val="51515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B3E78C51-9A7C-00EC-D8E2-175AE7502B75}"/>
                </a:ext>
              </a:extLst>
            </p:cNvPr>
            <p:cNvSpPr txBox="1"/>
            <p:nvPr/>
          </p:nvSpPr>
          <p:spPr>
            <a:xfrm>
              <a:off x="-94764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600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Focus on actions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689EB93-640C-A116-84C4-E830FE5DD14A}"/>
              </a:ext>
            </a:extLst>
          </p:cNvPr>
          <p:cNvGrpSpPr/>
          <p:nvPr/>
        </p:nvGrpSpPr>
        <p:grpSpPr>
          <a:xfrm>
            <a:off x="1205222" y="3955122"/>
            <a:ext cx="2859096" cy="902609"/>
            <a:chOff x="-94764" y="1902906"/>
            <a:chExt cx="2859096" cy="902609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F12F858-608C-846A-61E1-7081671EDE45}"/>
                </a:ext>
              </a:extLst>
            </p:cNvPr>
            <p:cNvSpPr txBox="1"/>
            <p:nvPr/>
          </p:nvSpPr>
          <p:spPr>
            <a:xfrm>
              <a:off x="-94764" y="2190603"/>
              <a:ext cx="2859096" cy="61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en-US" altLang="zh-CN" sz="1200" dirty="0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RPC API uses binary data format instead of JSON or XML </a:t>
              </a:r>
              <a:r>
                <a:rPr lang="en-US" altLang="zh-CN" sz="1200" dirty="0" err="1">
                  <a:solidFill>
                    <a:srgbClr val="404040"/>
                  </a:solidFill>
                  <a:latin typeface="Microsoft YaHei Light" panose="020B0503020204020204" pitchFamily="34" charset="-122"/>
                  <a:ea typeface="Microsoft YaHei Light" panose="020B0503020204020204" pitchFamily="34" charset="-122"/>
                  <a:sym typeface="HarmonyOS Sans SC Light" panose="00000400000000000000" pitchFamily="2" charset="-122"/>
                </a:rPr>
                <a:t>foramt</a:t>
              </a:r>
              <a:endParaRPr lang="en-US" altLang="zh-CN" sz="1200" dirty="0">
                <a:solidFill>
                  <a:srgbClr val="404040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531A16F-7F99-3C51-A7FE-A37FF1FE0DE8}"/>
                </a:ext>
              </a:extLst>
            </p:cNvPr>
            <p:cNvSpPr txBox="1"/>
            <p:nvPr/>
          </p:nvSpPr>
          <p:spPr>
            <a:xfrm>
              <a:off x="528765" y="1902906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rgbClr val="40404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HarmonyOS Sans SC Light" panose="00000400000000000000" pitchFamily="2" charset="-122"/>
                </a:rPr>
                <a:t>Binary data format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001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F383E3D-57F2-89BC-788F-7BE46F87B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5703"/>
            <a:ext cx="6098400" cy="34322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8DFCD4-C888-4A10-E1CE-2B59F0979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" y="3429206"/>
            <a:ext cx="6098400" cy="34287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75A3E1C-7D41-B167-A7C6-1595A127C789}"/>
              </a:ext>
            </a:extLst>
          </p:cNvPr>
          <p:cNvSpPr txBox="1"/>
          <p:nvPr/>
        </p:nvSpPr>
        <p:spPr>
          <a:xfrm>
            <a:off x="4739987" y="5190385"/>
            <a:ext cx="2712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404040">
                    <a:alpha val="30000"/>
                  </a:srgbClr>
                </a:solidFill>
                <a:latin typeface="Bahnschrift SemiCondensed" panose="020B0502040204020203" pitchFamily="34" charset="0"/>
                <a:cs typeface="Arial Narrow" panose="020B0604020202020204" pitchFamily="34" charset="0"/>
              </a:rPr>
              <a:t>02</a:t>
            </a:r>
            <a:endParaRPr kumimoji="1" lang="zh-CN" altLang="en-US" sz="9600" b="1" dirty="0">
              <a:solidFill>
                <a:srgbClr val="404040">
                  <a:alpha val="30000"/>
                </a:srgbClr>
              </a:solidFill>
              <a:latin typeface="Bahnschrift SemiCondensed" panose="020B0502040204020203" pitchFamily="34" charset="0"/>
              <a:cs typeface="Arial Narrow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E92523-2C52-FA7D-CB5B-B7323B2F5B44}"/>
              </a:ext>
            </a:extLst>
          </p:cNvPr>
          <p:cNvSpPr txBox="1"/>
          <p:nvPr/>
        </p:nvSpPr>
        <p:spPr>
          <a:xfrm>
            <a:off x="2960390" y="2038957"/>
            <a:ext cx="6271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5400" b="1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文档架构</a:t>
            </a:r>
          </a:p>
        </p:txBody>
      </p:sp>
      <p:grpSp>
        <p:nvGrpSpPr>
          <p:cNvPr id="18" name="图形 12">
            <a:extLst>
              <a:ext uri="{FF2B5EF4-FFF2-40B4-BE49-F238E27FC236}">
                <a16:creationId xmlns:a16="http://schemas.microsoft.com/office/drawing/2014/main" id="{F315A454-F3BC-0BDC-6F47-3A608413E601}"/>
              </a:ext>
            </a:extLst>
          </p:cNvPr>
          <p:cNvGrpSpPr/>
          <p:nvPr/>
        </p:nvGrpSpPr>
        <p:grpSpPr>
          <a:xfrm>
            <a:off x="5092351" y="528490"/>
            <a:ext cx="2007298" cy="474400"/>
            <a:chOff x="1739537" y="98099"/>
            <a:chExt cx="7772367" cy="1836903"/>
          </a:xfrm>
        </p:grpSpPr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5BD30028-6780-C755-19BE-28F5A0E544ED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88BF128D-D031-5713-BD37-C4E9E5248078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B90800AE-F79B-A36E-0D4E-C414D664BA2B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CD96741A-D2BE-1679-B729-CEED2193AF40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AA7C392F-B602-EADA-F5C7-A39FE5B8B5D3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6B52B552-0BBE-B745-E8A1-CADA01FF348D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1E4110E8-0E33-71BB-A3EE-ABA96BC047CF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66BFE32E-859A-821B-E8CC-E6E0219EE591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13335B1D-25CB-A948-60BD-E52467CD23C7}"/>
                </a:ext>
              </a:extLst>
            </p:cNvPr>
            <p:cNvSpPr/>
            <p:nvPr/>
          </p:nvSpPr>
          <p:spPr>
            <a:xfrm>
              <a:off x="8592880" y="782716"/>
              <a:ext cx="919023" cy="883398"/>
            </a:xfrm>
            <a:custGeom>
              <a:avLst/>
              <a:gdLst>
                <a:gd name="connsiteX0" fmla="*/ 422704 w 919023"/>
                <a:gd name="connsiteY0" fmla="*/ 775658 h 883398"/>
                <a:gd name="connsiteX1" fmla="*/ 234232 w 919023"/>
                <a:gd name="connsiteY1" fmla="*/ 640766 h 883398"/>
                <a:gd name="connsiteX2" fmla="*/ 234232 w 919023"/>
                <a:gd name="connsiteY2" fmla="*/ 311720 h 883398"/>
                <a:gd name="connsiteX3" fmla="*/ 19347 w 919023"/>
                <a:gd name="connsiteY3" fmla="*/ 311720 h 883398"/>
                <a:gd name="connsiteX4" fmla="*/ 19347 w 919023"/>
                <a:gd name="connsiteY4" fmla="*/ 421071 h 883398"/>
                <a:gd name="connsiteX5" fmla="*/ 121113 w 919023"/>
                <a:gd name="connsiteY5" fmla="*/ 421071 h 883398"/>
                <a:gd name="connsiteX6" fmla="*/ 121113 w 919023"/>
                <a:gd name="connsiteY6" fmla="*/ 677602 h 883398"/>
                <a:gd name="connsiteX7" fmla="*/ 0 w 919023"/>
                <a:gd name="connsiteY7" fmla="*/ 781042 h 883398"/>
                <a:gd name="connsiteX8" fmla="*/ 61803 w 919023"/>
                <a:gd name="connsiteY8" fmla="*/ 883399 h 883398"/>
                <a:gd name="connsiteX9" fmla="*/ 177711 w 919023"/>
                <a:gd name="connsiteY9" fmla="*/ 768129 h 883398"/>
                <a:gd name="connsiteX10" fmla="*/ 392519 w 919023"/>
                <a:gd name="connsiteY10" fmla="*/ 877128 h 883398"/>
                <a:gd name="connsiteX11" fmla="*/ 890096 w 919023"/>
                <a:gd name="connsiteY11" fmla="*/ 877128 h 883398"/>
                <a:gd name="connsiteX12" fmla="*/ 919024 w 919023"/>
                <a:gd name="connsiteY12" fmla="*/ 775658 h 883398"/>
                <a:gd name="connsiteX13" fmla="*/ 422704 w 919023"/>
                <a:gd name="connsiteY13" fmla="*/ 775658 h 883398"/>
                <a:gd name="connsiteX14" fmla="*/ 314595 w 919023"/>
                <a:gd name="connsiteY14" fmla="*/ 590206 h 883398"/>
                <a:gd name="connsiteX15" fmla="*/ 315830 w 919023"/>
                <a:gd name="connsiteY15" fmla="*/ 705202 h 883398"/>
                <a:gd name="connsiteX16" fmla="*/ 593328 w 919023"/>
                <a:gd name="connsiteY16" fmla="*/ 480145 h 883398"/>
                <a:gd name="connsiteX17" fmla="*/ 771214 w 919023"/>
                <a:gd name="connsiteY17" fmla="*/ 696973 h 883398"/>
                <a:gd name="connsiteX18" fmla="*/ 911149 w 919023"/>
                <a:gd name="connsiteY18" fmla="*/ 696973 h 883398"/>
                <a:gd name="connsiteX19" fmla="*/ 624410 w 919023"/>
                <a:gd name="connsiteY19" fmla="*/ 357985 h 883398"/>
                <a:gd name="connsiteX20" fmla="*/ 626214 w 919023"/>
                <a:gd name="connsiteY20" fmla="*/ 304199 h 883398"/>
                <a:gd name="connsiteX21" fmla="*/ 886312 w 919023"/>
                <a:gd name="connsiteY21" fmla="*/ 304199 h 883398"/>
                <a:gd name="connsiteX22" fmla="*/ 886312 w 919023"/>
                <a:gd name="connsiteY22" fmla="*/ 202393 h 883398"/>
                <a:gd name="connsiteX23" fmla="*/ 633728 w 919023"/>
                <a:gd name="connsiteY23" fmla="*/ 202393 h 883398"/>
                <a:gd name="connsiteX24" fmla="*/ 637479 w 919023"/>
                <a:gd name="connsiteY24" fmla="*/ 0 h 883398"/>
                <a:gd name="connsiteX25" fmla="*/ 520609 w 919023"/>
                <a:gd name="connsiteY25" fmla="*/ 0 h 883398"/>
                <a:gd name="connsiteX26" fmla="*/ 516924 w 919023"/>
                <a:gd name="connsiteY26" fmla="*/ 202393 h 883398"/>
                <a:gd name="connsiteX27" fmla="*/ 302050 w 919023"/>
                <a:gd name="connsiteY27" fmla="*/ 202393 h 883398"/>
                <a:gd name="connsiteX28" fmla="*/ 302050 w 919023"/>
                <a:gd name="connsiteY28" fmla="*/ 304199 h 883398"/>
                <a:gd name="connsiteX29" fmla="*/ 513074 w 919023"/>
                <a:gd name="connsiteY29" fmla="*/ 304199 h 883398"/>
                <a:gd name="connsiteX30" fmla="*/ 314595 w 919023"/>
                <a:gd name="connsiteY30" fmla="*/ 590206 h 883398"/>
                <a:gd name="connsiteX31" fmla="*/ 283130 w 919023"/>
                <a:gd name="connsiteY31" fmla="*/ 183466 h 883398"/>
                <a:gd name="connsiteX32" fmla="*/ 157292 w 919023"/>
                <a:gd name="connsiteY32" fmla="*/ 3049 h 883398"/>
                <a:gd name="connsiteX33" fmla="*/ 64953 w 919023"/>
                <a:gd name="connsiteY33" fmla="*/ 61029 h 883398"/>
                <a:gd name="connsiteX34" fmla="*/ 187029 w 919023"/>
                <a:gd name="connsiteY34" fmla="*/ 246296 h 883398"/>
                <a:gd name="connsiteX35" fmla="*/ 283130 w 919023"/>
                <a:gd name="connsiteY35" fmla="*/ 183466 h 88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19023" h="883398">
                  <a:moveTo>
                    <a:pt x="422704" y="775658"/>
                  </a:moveTo>
                  <a:cubicBezTo>
                    <a:pt x="325509" y="775658"/>
                    <a:pt x="234232" y="714165"/>
                    <a:pt x="234232" y="640766"/>
                  </a:cubicBezTo>
                  <a:lnTo>
                    <a:pt x="234232" y="311720"/>
                  </a:lnTo>
                  <a:lnTo>
                    <a:pt x="19347" y="311720"/>
                  </a:lnTo>
                  <a:lnTo>
                    <a:pt x="19347" y="421071"/>
                  </a:lnTo>
                  <a:lnTo>
                    <a:pt x="121113" y="421071"/>
                  </a:lnTo>
                  <a:lnTo>
                    <a:pt x="121113" y="677602"/>
                  </a:lnTo>
                  <a:cubicBezTo>
                    <a:pt x="83381" y="707719"/>
                    <a:pt x="37633" y="743308"/>
                    <a:pt x="0" y="781042"/>
                  </a:cubicBezTo>
                  <a:lnTo>
                    <a:pt x="61803" y="883399"/>
                  </a:lnTo>
                  <a:cubicBezTo>
                    <a:pt x="91912" y="845643"/>
                    <a:pt x="124952" y="813381"/>
                    <a:pt x="177711" y="768129"/>
                  </a:cubicBezTo>
                  <a:cubicBezTo>
                    <a:pt x="225362" y="833474"/>
                    <a:pt x="305627" y="877128"/>
                    <a:pt x="392519" y="877128"/>
                  </a:cubicBezTo>
                  <a:lnTo>
                    <a:pt x="890096" y="877128"/>
                  </a:lnTo>
                  <a:lnTo>
                    <a:pt x="919024" y="775658"/>
                  </a:lnTo>
                  <a:lnTo>
                    <a:pt x="422704" y="775658"/>
                  </a:lnTo>
                  <a:close/>
                  <a:moveTo>
                    <a:pt x="314595" y="590206"/>
                  </a:moveTo>
                  <a:lnTo>
                    <a:pt x="315830" y="705202"/>
                  </a:lnTo>
                  <a:cubicBezTo>
                    <a:pt x="430754" y="668814"/>
                    <a:pt x="550248" y="570846"/>
                    <a:pt x="593328" y="480145"/>
                  </a:cubicBezTo>
                  <a:cubicBezTo>
                    <a:pt x="696439" y="588247"/>
                    <a:pt x="732881" y="641127"/>
                    <a:pt x="771214" y="696973"/>
                  </a:cubicBezTo>
                  <a:lnTo>
                    <a:pt x="911149" y="696973"/>
                  </a:lnTo>
                  <a:cubicBezTo>
                    <a:pt x="850768" y="612542"/>
                    <a:pt x="700552" y="432912"/>
                    <a:pt x="624410" y="357985"/>
                  </a:cubicBezTo>
                  <a:cubicBezTo>
                    <a:pt x="625121" y="328667"/>
                    <a:pt x="625045" y="330369"/>
                    <a:pt x="626214" y="304199"/>
                  </a:cubicBezTo>
                  <a:lnTo>
                    <a:pt x="886312" y="304199"/>
                  </a:lnTo>
                  <a:lnTo>
                    <a:pt x="886312" y="202393"/>
                  </a:lnTo>
                  <a:lnTo>
                    <a:pt x="633728" y="202393"/>
                  </a:lnTo>
                  <a:cubicBezTo>
                    <a:pt x="633728" y="202393"/>
                    <a:pt x="637479" y="27694"/>
                    <a:pt x="637479" y="0"/>
                  </a:cubicBezTo>
                  <a:lnTo>
                    <a:pt x="520609" y="0"/>
                  </a:lnTo>
                  <a:cubicBezTo>
                    <a:pt x="520609" y="88112"/>
                    <a:pt x="519341" y="157119"/>
                    <a:pt x="516924" y="202393"/>
                  </a:cubicBezTo>
                  <a:lnTo>
                    <a:pt x="302050" y="202393"/>
                  </a:lnTo>
                  <a:lnTo>
                    <a:pt x="302050" y="304199"/>
                  </a:lnTo>
                  <a:lnTo>
                    <a:pt x="513074" y="304199"/>
                  </a:lnTo>
                  <a:cubicBezTo>
                    <a:pt x="508065" y="434969"/>
                    <a:pt x="471154" y="525769"/>
                    <a:pt x="314595" y="590206"/>
                  </a:cubicBezTo>
                  <a:close/>
                  <a:moveTo>
                    <a:pt x="283130" y="183466"/>
                  </a:moveTo>
                  <a:cubicBezTo>
                    <a:pt x="251982" y="128713"/>
                    <a:pt x="190966" y="41135"/>
                    <a:pt x="157292" y="3049"/>
                  </a:cubicBezTo>
                  <a:lnTo>
                    <a:pt x="64953" y="61029"/>
                  </a:lnTo>
                  <a:cubicBezTo>
                    <a:pt x="102302" y="108082"/>
                    <a:pt x="151298" y="186971"/>
                    <a:pt x="187029" y="246296"/>
                  </a:cubicBezTo>
                  <a:lnTo>
                    <a:pt x="283130" y="18346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AAB9FB52-FCA2-3F99-6E42-0A692BE3F54D}"/>
                </a:ext>
              </a:extLst>
            </p:cNvPr>
            <p:cNvSpPr/>
            <p:nvPr/>
          </p:nvSpPr>
          <p:spPr>
            <a:xfrm>
              <a:off x="8111796" y="1230368"/>
              <a:ext cx="375763" cy="432725"/>
            </a:xfrm>
            <a:custGeom>
              <a:avLst/>
              <a:gdLst>
                <a:gd name="connsiteX0" fmla="*/ 105528 w 375763"/>
                <a:gd name="connsiteY0" fmla="*/ 0 h 432725"/>
                <a:gd name="connsiteX1" fmla="*/ 0 w 375763"/>
                <a:gd name="connsiteY1" fmla="*/ 0 h 432725"/>
                <a:gd name="connsiteX2" fmla="*/ 0 w 375763"/>
                <a:gd name="connsiteY2" fmla="*/ 311918 h 432725"/>
                <a:gd name="connsiteX3" fmla="*/ 124339 w 375763"/>
                <a:gd name="connsiteY3" fmla="*/ 432726 h 432725"/>
                <a:gd name="connsiteX4" fmla="*/ 375764 w 375763"/>
                <a:gd name="connsiteY4" fmla="*/ 432189 h 432725"/>
                <a:gd name="connsiteX5" fmla="*/ 375764 w 375763"/>
                <a:gd name="connsiteY5" fmla="*/ 340503 h 432725"/>
                <a:gd name="connsiteX6" fmla="*/ 158287 w 375763"/>
                <a:gd name="connsiteY6" fmla="*/ 340503 h 432725"/>
                <a:gd name="connsiteX7" fmla="*/ 105528 w 375763"/>
                <a:gd name="connsiteY7" fmla="*/ 293095 h 432725"/>
                <a:gd name="connsiteX8" fmla="*/ 105528 w 375763"/>
                <a:gd name="connsiteY8" fmla="*/ 237960 h 432725"/>
                <a:gd name="connsiteX9" fmla="*/ 353114 w 375763"/>
                <a:gd name="connsiteY9" fmla="*/ 159527 h 432725"/>
                <a:gd name="connsiteX10" fmla="*/ 353114 w 375763"/>
                <a:gd name="connsiteY10" fmla="*/ 48043 h 432725"/>
                <a:gd name="connsiteX11" fmla="*/ 105528 w 375763"/>
                <a:gd name="connsiteY11" fmla="*/ 129519 h 432725"/>
                <a:gd name="connsiteX12" fmla="*/ 105528 w 375763"/>
                <a:gd name="connsiteY12" fmla="*/ 0 h 43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5763" h="432725">
                  <a:moveTo>
                    <a:pt x="105528" y="0"/>
                  </a:moveTo>
                  <a:lnTo>
                    <a:pt x="0" y="0"/>
                  </a:lnTo>
                  <a:lnTo>
                    <a:pt x="0" y="311918"/>
                  </a:lnTo>
                  <a:cubicBezTo>
                    <a:pt x="0" y="392409"/>
                    <a:pt x="41384" y="432726"/>
                    <a:pt x="124339" y="432726"/>
                  </a:cubicBezTo>
                  <a:cubicBezTo>
                    <a:pt x="124339" y="432726"/>
                    <a:pt x="362148" y="432189"/>
                    <a:pt x="375764" y="432189"/>
                  </a:cubicBezTo>
                  <a:lnTo>
                    <a:pt x="375764" y="340503"/>
                  </a:lnTo>
                  <a:lnTo>
                    <a:pt x="158287" y="340503"/>
                  </a:lnTo>
                  <a:cubicBezTo>
                    <a:pt x="120588" y="340503"/>
                    <a:pt x="103013" y="325794"/>
                    <a:pt x="105528" y="293095"/>
                  </a:cubicBezTo>
                  <a:lnTo>
                    <a:pt x="105528" y="237960"/>
                  </a:lnTo>
                  <a:cubicBezTo>
                    <a:pt x="105528" y="237960"/>
                    <a:pt x="296669" y="196363"/>
                    <a:pt x="353114" y="159527"/>
                  </a:cubicBezTo>
                  <a:lnTo>
                    <a:pt x="353114" y="48043"/>
                  </a:lnTo>
                  <a:cubicBezTo>
                    <a:pt x="272959" y="87572"/>
                    <a:pt x="105528" y="129519"/>
                    <a:pt x="105528" y="129519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A60EA818-DE3C-C030-D791-C5F44F9C95A7}"/>
                </a:ext>
              </a:extLst>
            </p:cNvPr>
            <p:cNvSpPr/>
            <p:nvPr/>
          </p:nvSpPr>
          <p:spPr>
            <a:xfrm>
              <a:off x="8111796" y="773926"/>
              <a:ext cx="367714" cy="418577"/>
            </a:xfrm>
            <a:custGeom>
              <a:avLst/>
              <a:gdLst>
                <a:gd name="connsiteX0" fmla="*/ 105528 w 367714"/>
                <a:gd name="connsiteY0" fmla="*/ 0 h 418577"/>
                <a:gd name="connsiteX1" fmla="*/ 0 w 367714"/>
                <a:gd name="connsiteY1" fmla="*/ 0 h 418577"/>
                <a:gd name="connsiteX2" fmla="*/ 0 w 367714"/>
                <a:gd name="connsiteY2" fmla="*/ 294263 h 418577"/>
                <a:gd name="connsiteX3" fmla="*/ 124339 w 367714"/>
                <a:gd name="connsiteY3" fmla="*/ 418577 h 418577"/>
                <a:gd name="connsiteX4" fmla="*/ 367714 w 367714"/>
                <a:gd name="connsiteY4" fmla="*/ 418577 h 418577"/>
                <a:gd name="connsiteX5" fmla="*/ 367714 w 367714"/>
                <a:gd name="connsiteY5" fmla="*/ 327344 h 418577"/>
                <a:gd name="connsiteX6" fmla="*/ 158287 w 367714"/>
                <a:gd name="connsiteY6" fmla="*/ 327344 h 418577"/>
                <a:gd name="connsiteX7" fmla="*/ 105528 w 367714"/>
                <a:gd name="connsiteY7" fmla="*/ 275363 h 418577"/>
                <a:gd name="connsiteX8" fmla="*/ 105528 w 367714"/>
                <a:gd name="connsiteY8" fmla="*/ 235117 h 418577"/>
                <a:gd name="connsiteX9" fmla="*/ 353114 w 367714"/>
                <a:gd name="connsiteY9" fmla="*/ 151476 h 418577"/>
                <a:gd name="connsiteX10" fmla="*/ 353114 w 367714"/>
                <a:gd name="connsiteY10" fmla="*/ 44462 h 418577"/>
                <a:gd name="connsiteX11" fmla="*/ 105528 w 367714"/>
                <a:gd name="connsiteY11" fmla="*/ 126121 h 418577"/>
                <a:gd name="connsiteX12" fmla="*/ 105528 w 367714"/>
                <a:gd name="connsiteY12" fmla="*/ 0 h 41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7714" h="418577">
                  <a:moveTo>
                    <a:pt x="105528" y="0"/>
                  </a:moveTo>
                  <a:lnTo>
                    <a:pt x="0" y="0"/>
                  </a:lnTo>
                  <a:lnTo>
                    <a:pt x="0" y="294263"/>
                  </a:lnTo>
                  <a:cubicBezTo>
                    <a:pt x="0" y="377169"/>
                    <a:pt x="41384" y="418577"/>
                    <a:pt x="124339" y="418577"/>
                  </a:cubicBezTo>
                  <a:lnTo>
                    <a:pt x="367714" y="418577"/>
                  </a:lnTo>
                  <a:lnTo>
                    <a:pt x="367714" y="327344"/>
                  </a:lnTo>
                  <a:lnTo>
                    <a:pt x="158287" y="327344"/>
                  </a:lnTo>
                  <a:cubicBezTo>
                    <a:pt x="120588" y="329860"/>
                    <a:pt x="103013" y="310576"/>
                    <a:pt x="105528" y="275363"/>
                  </a:cubicBezTo>
                  <a:lnTo>
                    <a:pt x="105528" y="235117"/>
                  </a:lnTo>
                  <a:cubicBezTo>
                    <a:pt x="105528" y="235117"/>
                    <a:pt x="278591" y="187962"/>
                    <a:pt x="353114" y="151476"/>
                  </a:cubicBezTo>
                  <a:lnTo>
                    <a:pt x="353114" y="44462"/>
                  </a:lnTo>
                  <a:cubicBezTo>
                    <a:pt x="220801" y="100764"/>
                    <a:pt x="105528" y="126121"/>
                    <a:pt x="105528" y="126121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8436E65E-7C5A-73F6-8BA4-FF398043467C}"/>
                </a:ext>
              </a:extLst>
            </p:cNvPr>
            <p:cNvSpPr/>
            <p:nvPr/>
          </p:nvSpPr>
          <p:spPr>
            <a:xfrm>
              <a:off x="7616275" y="771563"/>
              <a:ext cx="426356" cy="304199"/>
            </a:xfrm>
            <a:custGeom>
              <a:avLst/>
              <a:gdLst>
                <a:gd name="connsiteX0" fmla="*/ 269524 w 426356"/>
                <a:gd name="connsiteY0" fmla="*/ 153001 h 304199"/>
                <a:gd name="connsiteX1" fmla="*/ 313501 w 426356"/>
                <a:gd name="connsiteY1" fmla="*/ 212328 h 304199"/>
                <a:gd name="connsiteX2" fmla="*/ 137846 w 426356"/>
                <a:gd name="connsiteY2" fmla="*/ 212328 h 304199"/>
                <a:gd name="connsiteX3" fmla="*/ 296921 w 426356"/>
                <a:gd name="connsiteY3" fmla="*/ 0 h 304199"/>
                <a:gd name="connsiteX4" fmla="*/ 165057 w 426356"/>
                <a:gd name="connsiteY4" fmla="*/ 0 h 304199"/>
                <a:gd name="connsiteX5" fmla="*/ 0 w 426356"/>
                <a:gd name="connsiteY5" fmla="*/ 222008 h 304199"/>
                <a:gd name="connsiteX6" fmla="*/ 252 w 426356"/>
                <a:gd name="connsiteY6" fmla="*/ 304199 h 304199"/>
                <a:gd name="connsiteX7" fmla="*/ 426357 w 426356"/>
                <a:gd name="connsiteY7" fmla="*/ 304199 h 304199"/>
                <a:gd name="connsiteX8" fmla="*/ 426357 w 426356"/>
                <a:gd name="connsiteY8" fmla="*/ 240197 h 304199"/>
                <a:gd name="connsiteX9" fmla="*/ 396347 w 426356"/>
                <a:gd name="connsiteY9" fmla="*/ 170837 h 304199"/>
                <a:gd name="connsiteX10" fmla="*/ 327741 w 426356"/>
                <a:gd name="connsiteY10" fmla="*/ 76093 h 304199"/>
                <a:gd name="connsiteX11" fmla="*/ 269524 w 426356"/>
                <a:gd name="connsiteY11" fmla="*/ 153000 h 30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6356" h="304199">
                  <a:moveTo>
                    <a:pt x="269524" y="153001"/>
                  </a:moveTo>
                  <a:lnTo>
                    <a:pt x="313501" y="212328"/>
                  </a:lnTo>
                  <a:lnTo>
                    <a:pt x="137846" y="212328"/>
                  </a:lnTo>
                  <a:lnTo>
                    <a:pt x="296921" y="0"/>
                  </a:lnTo>
                  <a:lnTo>
                    <a:pt x="165057" y="0"/>
                  </a:lnTo>
                  <a:lnTo>
                    <a:pt x="0" y="222008"/>
                  </a:lnTo>
                  <a:lnTo>
                    <a:pt x="252" y="304199"/>
                  </a:lnTo>
                  <a:lnTo>
                    <a:pt x="426357" y="304199"/>
                  </a:lnTo>
                  <a:lnTo>
                    <a:pt x="426357" y="240197"/>
                  </a:lnTo>
                  <a:cubicBezTo>
                    <a:pt x="426357" y="209455"/>
                    <a:pt x="407185" y="185800"/>
                    <a:pt x="396347" y="170837"/>
                  </a:cubicBezTo>
                  <a:cubicBezTo>
                    <a:pt x="386416" y="157117"/>
                    <a:pt x="327741" y="76093"/>
                    <a:pt x="327741" y="76093"/>
                  </a:cubicBezTo>
                  <a:lnTo>
                    <a:pt x="269524" y="15300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9A08D71F-3E2E-C518-52C8-B1E0F73704B4}"/>
                </a:ext>
              </a:extLst>
            </p:cNvPr>
            <p:cNvSpPr/>
            <p:nvPr/>
          </p:nvSpPr>
          <p:spPr>
            <a:xfrm>
              <a:off x="7640565" y="1124721"/>
              <a:ext cx="400743" cy="539292"/>
            </a:xfrm>
            <a:custGeom>
              <a:avLst/>
              <a:gdLst>
                <a:gd name="connsiteX0" fmla="*/ 98015 w 400743"/>
                <a:gd name="connsiteY0" fmla="*/ 226302 h 539292"/>
                <a:gd name="connsiteX1" fmla="*/ 302761 w 400743"/>
                <a:gd name="connsiteY1" fmla="*/ 226302 h 539292"/>
                <a:gd name="connsiteX2" fmla="*/ 302761 w 400743"/>
                <a:gd name="connsiteY2" fmla="*/ 294164 h 539292"/>
                <a:gd name="connsiteX3" fmla="*/ 98015 w 400743"/>
                <a:gd name="connsiteY3" fmla="*/ 294164 h 539292"/>
                <a:gd name="connsiteX4" fmla="*/ 98015 w 400743"/>
                <a:gd name="connsiteY4" fmla="*/ 226302 h 539292"/>
                <a:gd name="connsiteX5" fmla="*/ 98015 w 400743"/>
                <a:gd name="connsiteY5" fmla="*/ 83005 h 539292"/>
                <a:gd name="connsiteX6" fmla="*/ 302761 w 400743"/>
                <a:gd name="connsiteY6" fmla="*/ 83005 h 539292"/>
                <a:gd name="connsiteX7" fmla="*/ 302761 w 400743"/>
                <a:gd name="connsiteY7" fmla="*/ 150845 h 539292"/>
                <a:gd name="connsiteX8" fmla="*/ 98015 w 400743"/>
                <a:gd name="connsiteY8" fmla="*/ 150845 h 539292"/>
                <a:gd name="connsiteX9" fmla="*/ 98015 w 400743"/>
                <a:gd name="connsiteY9" fmla="*/ 83005 h 539292"/>
                <a:gd name="connsiteX10" fmla="*/ 0 w 400743"/>
                <a:gd name="connsiteY10" fmla="*/ 539292 h 539292"/>
                <a:gd name="connsiteX11" fmla="*/ 98015 w 400743"/>
                <a:gd name="connsiteY11" fmla="*/ 539292 h 539292"/>
                <a:gd name="connsiteX12" fmla="*/ 98015 w 400743"/>
                <a:gd name="connsiteY12" fmla="*/ 369621 h 539292"/>
                <a:gd name="connsiteX13" fmla="*/ 302684 w 400743"/>
                <a:gd name="connsiteY13" fmla="*/ 369621 h 539292"/>
                <a:gd name="connsiteX14" fmla="*/ 302684 w 400743"/>
                <a:gd name="connsiteY14" fmla="*/ 420717 h 539292"/>
                <a:gd name="connsiteX15" fmla="*/ 261300 w 400743"/>
                <a:gd name="connsiteY15" fmla="*/ 450922 h 539292"/>
                <a:gd name="connsiteX16" fmla="*/ 178246 w 400743"/>
                <a:gd name="connsiteY16" fmla="*/ 450922 h 539292"/>
                <a:gd name="connsiteX17" fmla="*/ 197167 w 400743"/>
                <a:gd name="connsiteY17" fmla="*/ 538931 h 539292"/>
                <a:gd name="connsiteX18" fmla="*/ 306523 w 400743"/>
                <a:gd name="connsiteY18" fmla="*/ 538931 h 539292"/>
                <a:gd name="connsiteX19" fmla="*/ 400743 w 400743"/>
                <a:gd name="connsiteY19" fmla="*/ 439639 h 539292"/>
                <a:gd name="connsiteX20" fmla="*/ 400743 w 400743"/>
                <a:gd name="connsiteY20" fmla="*/ 0 h 539292"/>
                <a:gd name="connsiteX21" fmla="*/ 0 w 400743"/>
                <a:gd name="connsiteY21" fmla="*/ 0 h 539292"/>
                <a:gd name="connsiteX22" fmla="*/ 0 w 400743"/>
                <a:gd name="connsiteY22" fmla="*/ 539292 h 53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0743" h="539292">
                  <a:moveTo>
                    <a:pt x="98015" y="226302"/>
                  </a:moveTo>
                  <a:lnTo>
                    <a:pt x="302761" y="226302"/>
                  </a:lnTo>
                  <a:lnTo>
                    <a:pt x="302761" y="294164"/>
                  </a:lnTo>
                  <a:lnTo>
                    <a:pt x="98015" y="294164"/>
                  </a:lnTo>
                  <a:lnTo>
                    <a:pt x="98015" y="226302"/>
                  </a:lnTo>
                  <a:close/>
                  <a:moveTo>
                    <a:pt x="98015" y="83005"/>
                  </a:moveTo>
                  <a:lnTo>
                    <a:pt x="302761" y="83005"/>
                  </a:lnTo>
                  <a:lnTo>
                    <a:pt x="302761" y="150845"/>
                  </a:lnTo>
                  <a:lnTo>
                    <a:pt x="98015" y="150845"/>
                  </a:lnTo>
                  <a:lnTo>
                    <a:pt x="98015" y="83005"/>
                  </a:lnTo>
                  <a:close/>
                  <a:moveTo>
                    <a:pt x="0" y="539292"/>
                  </a:moveTo>
                  <a:lnTo>
                    <a:pt x="98015" y="539292"/>
                  </a:lnTo>
                  <a:lnTo>
                    <a:pt x="98015" y="369621"/>
                  </a:lnTo>
                  <a:lnTo>
                    <a:pt x="302684" y="369621"/>
                  </a:lnTo>
                  <a:lnTo>
                    <a:pt x="302684" y="420717"/>
                  </a:lnTo>
                  <a:cubicBezTo>
                    <a:pt x="302684" y="440536"/>
                    <a:pt x="291485" y="450922"/>
                    <a:pt x="261300" y="450922"/>
                  </a:cubicBezTo>
                  <a:lnTo>
                    <a:pt x="178246" y="450922"/>
                  </a:lnTo>
                  <a:lnTo>
                    <a:pt x="197167" y="538931"/>
                  </a:lnTo>
                  <a:lnTo>
                    <a:pt x="306523" y="538931"/>
                  </a:lnTo>
                  <a:cubicBezTo>
                    <a:pt x="371826" y="536447"/>
                    <a:pt x="400743" y="502478"/>
                    <a:pt x="400743" y="439639"/>
                  </a:cubicBezTo>
                  <a:lnTo>
                    <a:pt x="400743" y="0"/>
                  </a:lnTo>
                  <a:lnTo>
                    <a:pt x="0" y="0"/>
                  </a:lnTo>
                  <a:lnTo>
                    <a:pt x="0" y="539292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0A98A03B-8614-CF0B-0B06-707A2E433A54}"/>
                </a:ext>
              </a:extLst>
            </p:cNvPr>
            <p:cNvSpPr/>
            <p:nvPr/>
          </p:nvSpPr>
          <p:spPr>
            <a:xfrm>
              <a:off x="6591624" y="789780"/>
              <a:ext cx="203783" cy="205797"/>
            </a:xfrm>
            <a:custGeom>
              <a:avLst/>
              <a:gdLst>
                <a:gd name="connsiteX0" fmla="*/ 203784 w 203783"/>
                <a:gd name="connsiteY0" fmla="*/ 117151 h 205797"/>
                <a:gd name="connsiteX1" fmla="*/ 57330 w 203783"/>
                <a:gd name="connsiteY1" fmla="*/ 0 h 205797"/>
                <a:gd name="connsiteX2" fmla="*/ 0 w 203783"/>
                <a:gd name="connsiteY2" fmla="*/ 90170 h 205797"/>
                <a:gd name="connsiteX3" fmla="*/ 143402 w 203783"/>
                <a:gd name="connsiteY3" fmla="*/ 205798 h 20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83" h="205797">
                  <a:moveTo>
                    <a:pt x="203784" y="117151"/>
                  </a:moveTo>
                  <a:lnTo>
                    <a:pt x="57330" y="0"/>
                  </a:lnTo>
                  <a:lnTo>
                    <a:pt x="0" y="90170"/>
                  </a:lnTo>
                  <a:lnTo>
                    <a:pt x="143402" y="20579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725FDE6F-91BB-B030-B928-F5B0C26D6542}"/>
                </a:ext>
              </a:extLst>
            </p:cNvPr>
            <p:cNvSpPr/>
            <p:nvPr/>
          </p:nvSpPr>
          <p:spPr>
            <a:xfrm>
              <a:off x="6566437" y="1007239"/>
              <a:ext cx="236287" cy="227572"/>
            </a:xfrm>
            <a:custGeom>
              <a:avLst/>
              <a:gdLst>
                <a:gd name="connsiteX0" fmla="*/ 0 w 236287"/>
                <a:gd name="connsiteY0" fmla="*/ 83006 h 227572"/>
                <a:gd name="connsiteX1" fmla="*/ 182031 w 236287"/>
                <a:gd name="connsiteY1" fmla="*/ 227572 h 227572"/>
                <a:gd name="connsiteX2" fmla="*/ 236288 w 236287"/>
                <a:gd name="connsiteY2" fmla="*/ 144490 h 227572"/>
                <a:gd name="connsiteX3" fmla="*/ 56871 w 236287"/>
                <a:gd name="connsiteY3" fmla="*/ 0 h 22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287" h="227572">
                  <a:moveTo>
                    <a:pt x="0" y="83006"/>
                  </a:moveTo>
                  <a:lnTo>
                    <a:pt x="182031" y="227572"/>
                  </a:lnTo>
                  <a:lnTo>
                    <a:pt x="236288" y="144490"/>
                  </a:lnTo>
                  <a:lnTo>
                    <a:pt x="56871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C7837953-B505-ED76-BD9A-1ADC6C0C0F48}"/>
                </a:ext>
              </a:extLst>
            </p:cNvPr>
            <p:cNvSpPr/>
            <p:nvPr/>
          </p:nvSpPr>
          <p:spPr>
            <a:xfrm>
              <a:off x="6559831" y="1260442"/>
              <a:ext cx="211308" cy="381038"/>
            </a:xfrm>
            <a:custGeom>
              <a:avLst/>
              <a:gdLst>
                <a:gd name="connsiteX0" fmla="*/ 0 w 211308"/>
                <a:gd name="connsiteY0" fmla="*/ 353416 h 381038"/>
                <a:gd name="connsiteX1" fmla="*/ 115984 w 211308"/>
                <a:gd name="connsiteY1" fmla="*/ 381038 h 381038"/>
                <a:gd name="connsiteX2" fmla="*/ 211309 w 211308"/>
                <a:gd name="connsiteY2" fmla="*/ 21428 h 381038"/>
                <a:gd name="connsiteX3" fmla="*/ 102204 w 211308"/>
                <a:gd name="connsiteY3" fmla="*/ 0 h 38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308" h="381038">
                  <a:moveTo>
                    <a:pt x="0" y="353416"/>
                  </a:moveTo>
                  <a:lnTo>
                    <a:pt x="115984" y="381038"/>
                  </a:lnTo>
                  <a:lnTo>
                    <a:pt x="211309" y="21428"/>
                  </a:lnTo>
                  <a:lnTo>
                    <a:pt x="102204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536DBFAB-1718-763D-7976-4567DA3F1734}"/>
                </a:ext>
              </a:extLst>
            </p:cNvPr>
            <p:cNvSpPr/>
            <p:nvPr/>
          </p:nvSpPr>
          <p:spPr>
            <a:xfrm>
              <a:off x="6772430" y="771513"/>
              <a:ext cx="730212" cy="892714"/>
            </a:xfrm>
            <a:custGeom>
              <a:avLst/>
              <a:gdLst>
                <a:gd name="connsiteX0" fmla="*/ 545064 w 730212"/>
                <a:gd name="connsiteY0" fmla="*/ 672149 h 892714"/>
                <a:gd name="connsiteX1" fmla="*/ 446174 w 730212"/>
                <a:gd name="connsiteY1" fmla="*/ 672149 h 892714"/>
                <a:gd name="connsiteX2" fmla="*/ 400208 w 730212"/>
                <a:gd name="connsiteY2" fmla="*/ 539752 h 892714"/>
                <a:gd name="connsiteX3" fmla="*/ 548367 w 730212"/>
                <a:gd name="connsiteY3" fmla="*/ 539752 h 892714"/>
                <a:gd name="connsiteX4" fmla="*/ 545064 w 730212"/>
                <a:gd name="connsiteY4" fmla="*/ 672149 h 892714"/>
                <a:gd name="connsiteX5" fmla="*/ 194006 w 730212"/>
                <a:gd name="connsiteY5" fmla="*/ 672149 h 892714"/>
                <a:gd name="connsiteX6" fmla="*/ 206660 w 730212"/>
                <a:gd name="connsiteY6" fmla="*/ 539752 h 892714"/>
                <a:gd name="connsiteX7" fmla="*/ 298299 w 730212"/>
                <a:gd name="connsiteY7" fmla="*/ 539752 h 892714"/>
                <a:gd name="connsiteX8" fmla="*/ 344146 w 730212"/>
                <a:gd name="connsiteY8" fmla="*/ 672149 h 892714"/>
                <a:gd name="connsiteX9" fmla="*/ 194017 w 730212"/>
                <a:gd name="connsiteY9" fmla="*/ 672149 h 892714"/>
                <a:gd name="connsiteX10" fmla="*/ 228949 w 730212"/>
                <a:gd name="connsiteY10" fmla="*/ 320790 h 892714"/>
                <a:gd name="connsiteX11" fmla="*/ 312178 w 730212"/>
                <a:gd name="connsiteY11" fmla="*/ 320867 h 892714"/>
                <a:gd name="connsiteX12" fmla="*/ 354459 w 730212"/>
                <a:gd name="connsiteY12" fmla="*/ 441423 h 892714"/>
                <a:gd name="connsiteX13" fmla="*/ 214983 w 730212"/>
                <a:gd name="connsiteY13" fmla="*/ 441423 h 892714"/>
                <a:gd name="connsiteX14" fmla="*/ 228949 w 730212"/>
                <a:gd name="connsiteY14" fmla="*/ 320791 h 892714"/>
                <a:gd name="connsiteX15" fmla="*/ 553846 w 730212"/>
                <a:gd name="connsiteY15" fmla="*/ 320790 h 892714"/>
                <a:gd name="connsiteX16" fmla="*/ 550883 w 730212"/>
                <a:gd name="connsiteY16" fmla="*/ 441423 h 892714"/>
                <a:gd name="connsiteX17" fmla="*/ 546235 w 730212"/>
                <a:gd name="connsiteY17" fmla="*/ 441423 h 892714"/>
                <a:gd name="connsiteX18" fmla="*/ 546235 w 730212"/>
                <a:gd name="connsiteY18" fmla="*/ 441423 h 892714"/>
                <a:gd name="connsiteX19" fmla="*/ 456378 w 730212"/>
                <a:gd name="connsiteY19" fmla="*/ 441423 h 892714"/>
                <a:gd name="connsiteX20" fmla="*/ 414097 w 730212"/>
                <a:gd name="connsiteY20" fmla="*/ 320790 h 892714"/>
                <a:gd name="connsiteX21" fmla="*/ 553857 w 730212"/>
                <a:gd name="connsiteY21" fmla="*/ 320790 h 892714"/>
                <a:gd name="connsiteX22" fmla="*/ 730212 w 730212"/>
                <a:gd name="connsiteY22" fmla="*/ 539216 h 892714"/>
                <a:gd name="connsiteX23" fmla="*/ 730212 w 730212"/>
                <a:gd name="connsiteY23" fmla="*/ 441423 h 892714"/>
                <a:gd name="connsiteX24" fmla="*/ 653360 w 730212"/>
                <a:gd name="connsiteY24" fmla="*/ 441423 h 892714"/>
                <a:gd name="connsiteX25" fmla="*/ 658358 w 730212"/>
                <a:gd name="connsiteY25" fmla="*/ 230265 h 892714"/>
                <a:gd name="connsiteX26" fmla="*/ 143151 w 730212"/>
                <a:gd name="connsiteY26" fmla="*/ 229350 h 892714"/>
                <a:gd name="connsiteX27" fmla="*/ 178630 w 730212"/>
                <a:gd name="connsiteY27" fmla="*/ 172794 h 892714"/>
                <a:gd name="connsiteX28" fmla="*/ 709246 w 730212"/>
                <a:gd name="connsiteY28" fmla="*/ 172794 h 892714"/>
                <a:gd name="connsiteX29" fmla="*/ 709246 w 730212"/>
                <a:gd name="connsiteY29" fmla="*/ 85951 h 892714"/>
                <a:gd name="connsiteX30" fmla="*/ 228873 w 730212"/>
                <a:gd name="connsiteY30" fmla="*/ 85951 h 892714"/>
                <a:gd name="connsiteX31" fmla="*/ 273309 w 730212"/>
                <a:gd name="connsiteY31" fmla="*/ 0 h 892714"/>
                <a:gd name="connsiteX32" fmla="*/ 147164 w 730212"/>
                <a:gd name="connsiteY32" fmla="*/ 0 h 892714"/>
                <a:gd name="connsiteX33" fmla="*/ 0 w 730212"/>
                <a:gd name="connsiteY33" fmla="*/ 249523 h 892714"/>
                <a:gd name="connsiteX34" fmla="*/ 85996 w 730212"/>
                <a:gd name="connsiteY34" fmla="*/ 318910 h 892714"/>
                <a:gd name="connsiteX35" fmla="*/ 129261 w 730212"/>
                <a:gd name="connsiteY35" fmla="*/ 255545 h 892714"/>
                <a:gd name="connsiteX36" fmla="*/ 111259 w 730212"/>
                <a:gd name="connsiteY36" fmla="*/ 441423 h 892714"/>
                <a:gd name="connsiteX37" fmla="*/ 38694 w 730212"/>
                <a:gd name="connsiteY37" fmla="*/ 441423 h 892714"/>
                <a:gd name="connsiteX38" fmla="*/ 26336 w 730212"/>
                <a:gd name="connsiteY38" fmla="*/ 539216 h 892714"/>
                <a:gd name="connsiteX39" fmla="*/ 101132 w 730212"/>
                <a:gd name="connsiteY39" fmla="*/ 539752 h 892714"/>
                <a:gd name="connsiteX40" fmla="*/ 77497 w 730212"/>
                <a:gd name="connsiteY40" fmla="*/ 767140 h 892714"/>
                <a:gd name="connsiteX41" fmla="*/ 543369 w 730212"/>
                <a:gd name="connsiteY41" fmla="*/ 767140 h 892714"/>
                <a:gd name="connsiteX42" fmla="*/ 464351 w 730212"/>
                <a:gd name="connsiteY42" fmla="*/ 806045 h 892714"/>
                <a:gd name="connsiteX43" fmla="*/ 309925 w 730212"/>
                <a:gd name="connsiteY43" fmla="*/ 806045 h 892714"/>
                <a:gd name="connsiteX44" fmla="*/ 340471 w 730212"/>
                <a:gd name="connsiteY44" fmla="*/ 892632 h 892714"/>
                <a:gd name="connsiteX45" fmla="*/ 498824 w 730212"/>
                <a:gd name="connsiteY45" fmla="*/ 892632 h 892714"/>
                <a:gd name="connsiteX46" fmla="*/ 648886 w 730212"/>
                <a:gd name="connsiteY46" fmla="*/ 767140 h 892714"/>
                <a:gd name="connsiteX47" fmla="*/ 709246 w 730212"/>
                <a:gd name="connsiteY47" fmla="*/ 767140 h 892714"/>
                <a:gd name="connsiteX48" fmla="*/ 709246 w 730212"/>
                <a:gd name="connsiteY48" fmla="*/ 673035 h 892714"/>
                <a:gd name="connsiteX49" fmla="*/ 647618 w 730212"/>
                <a:gd name="connsiteY49" fmla="*/ 673035 h 892714"/>
                <a:gd name="connsiteX50" fmla="*/ 650943 w 730212"/>
                <a:gd name="connsiteY50" fmla="*/ 539752 h 892714"/>
                <a:gd name="connsiteX51" fmla="*/ 730212 w 730212"/>
                <a:gd name="connsiteY51" fmla="*/ 539216 h 89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30212" h="892714">
                  <a:moveTo>
                    <a:pt x="545064" y="672149"/>
                  </a:moveTo>
                  <a:lnTo>
                    <a:pt x="446174" y="672149"/>
                  </a:lnTo>
                  <a:cubicBezTo>
                    <a:pt x="446174" y="672149"/>
                    <a:pt x="425581" y="584030"/>
                    <a:pt x="400208" y="539752"/>
                  </a:cubicBezTo>
                  <a:lnTo>
                    <a:pt x="548367" y="539752"/>
                  </a:lnTo>
                  <a:lnTo>
                    <a:pt x="545064" y="672149"/>
                  </a:lnTo>
                  <a:close/>
                  <a:moveTo>
                    <a:pt x="194006" y="672149"/>
                  </a:moveTo>
                  <a:lnTo>
                    <a:pt x="206660" y="539752"/>
                  </a:lnTo>
                  <a:lnTo>
                    <a:pt x="298299" y="539752"/>
                  </a:lnTo>
                  <a:cubicBezTo>
                    <a:pt x="323815" y="580167"/>
                    <a:pt x="344146" y="672149"/>
                    <a:pt x="344146" y="672149"/>
                  </a:cubicBezTo>
                  <a:lnTo>
                    <a:pt x="194017" y="672149"/>
                  </a:lnTo>
                  <a:close/>
                  <a:moveTo>
                    <a:pt x="228949" y="320790"/>
                  </a:moveTo>
                  <a:cubicBezTo>
                    <a:pt x="228949" y="320790"/>
                    <a:pt x="283414" y="320867"/>
                    <a:pt x="312178" y="320867"/>
                  </a:cubicBezTo>
                  <a:cubicBezTo>
                    <a:pt x="337070" y="356463"/>
                    <a:pt x="354459" y="441423"/>
                    <a:pt x="354459" y="441423"/>
                  </a:cubicBezTo>
                  <a:lnTo>
                    <a:pt x="214983" y="441423"/>
                  </a:lnTo>
                  <a:lnTo>
                    <a:pt x="228949" y="320791"/>
                  </a:lnTo>
                  <a:close/>
                  <a:moveTo>
                    <a:pt x="553846" y="320790"/>
                  </a:moveTo>
                  <a:lnTo>
                    <a:pt x="550883" y="441423"/>
                  </a:lnTo>
                  <a:lnTo>
                    <a:pt x="546235" y="441423"/>
                  </a:lnTo>
                  <a:lnTo>
                    <a:pt x="546235" y="441423"/>
                  </a:lnTo>
                  <a:lnTo>
                    <a:pt x="456378" y="441423"/>
                  </a:lnTo>
                  <a:cubicBezTo>
                    <a:pt x="456378" y="441423"/>
                    <a:pt x="435150" y="358341"/>
                    <a:pt x="414097" y="320790"/>
                  </a:cubicBezTo>
                  <a:lnTo>
                    <a:pt x="553857" y="320790"/>
                  </a:lnTo>
                  <a:close/>
                  <a:moveTo>
                    <a:pt x="730212" y="539216"/>
                  </a:moveTo>
                  <a:lnTo>
                    <a:pt x="730212" y="441423"/>
                  </a:lnTo>
                  <a:lnTo>
                    <a:pt x="653360" y="441423"/>
                  </a:lnTo>
                  <a:lnTo>
                    <a:pt x="658358" y="230265"/>
                  </a:lnTo>
                  <a:lnTo>
                    <a:pt x="143151" y="229350"/>
                  </a:lnTo>
                  <a:cubicBezTo>
                    <a:pt x="154175" y="213597"/>
                    <a:pt x="167966" y="190553"/>
                    <a:pt x="178630" y="172794"/>
                  </a:cubicBezTo>
                  <a:lnTo>
                    <a:pt x="709246" y="172794"/>
                  </a:lnTo>
                  <a:lnTo>
                    <a:pt x="709246" y="85951"/>
                  </a:lnTo>
                  <a:lnTo>
                    <a:pt x="228873" y="85951"/>
                  </a:lnTo>
                  <a:cubicBezTo>
                    <a:pt x="244184" y="57013"/>
                    <a:pt x="258883" y="28506"/>
                    <a:pt x="273309" y="0"/>
                  </a:cubicBezTo>
                  <a:lnTo>
                    <a:pt x="147164" y="0"/>
                  </a:lnTo>
                  <a:cubicBezTo>
                    <a:pt x="91026" y="112832"/>
                    <a:pt x="0" y="249523"/>
                    <a:pt x="0" y="249523"/>
                  </a:cubicBezTo>
                  <a:lnTo>
                    <a:pt x="85996" y="318910"/>
                  </a:lnTo>
                  <a:cubicBezTo>
                    <a:pt x="98266" y="301608"/>
                    <a:pt x="114672" y="276607"/>
                    <a:pt x="129261" y="255545"/>
                  </a:cubicBezTo>
                  <a:lnTo>
                    <a:pt x="111259" y="441423"/>
                  </a:lnTo>
                  <a:lnTo>
                    <a:pt x="38694" y="441423"/>
                  </a:lnTo>
                  <a:lnTo>
                    <a:pt x="26336" y="539216"/>
                  </a:lnTo>
                  <a:lnTo>
                    <a:pt x="101132" y="539752"/>
                  </a:lnTo>
                  <a:lnTo>
                    <a:pt x="77497" y="767140"/>
                  </a:lnTo>
                  <a:lnTo>
                    <a:pt x="543369" y="767140"/>
                  </a:lnTo>
                  <a:cubicBezTo>
                    <a:pt x="538338" y="789553"/>
                    <a:pt x="517646" y="806045"/>
                    <a:pt x="464351" y="806045"/>
                  </a:cubicBezTo>
                  <a:lnTo>
                    <a:pt x="309925" y="806045"/>
                  </a:lnTo>
                  <a:lnTo>
                    <a:pt x="340471" y="892632"/>
                  </a:lnTo>
                  <a:lnTo>
                    <a:pt x="498824" y="892632"/>
                  </a:lnTo>
                  <a:cubicBezTo>
                    <a:pt x="594247" y="895040"/>
                    <a:pt x="643757" y="844863"/>
                    <a:pt x="648886" y="767140"/>
                  </a:cubicBezTo>
                  <a:lnTo>
                    <a:pt x="709246" y="767140"/>
                  </a:lnTo>
                  <a:lnTo>
                    <a:pt x="709246" y="673035"/>
                  </a:lnTo>
                  <a:lnTo>
                    <a:pt x="647618" y="673035"/>
                  </a:lnTo>
                  <a:lnTo>
                    <a:pt x="650943" y="539752"/>
                  </a:lnTo>
                  <a:lnTo>
                    <a:pt x="730212" y="53921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4411138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580E-7643-E6D7-4F9A-8644DC33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10838741-7C6F-CE77-73A1-508E0AEBF8EE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574CD-C1E9-40CA-B9B1-904593A7CB4A}"/>
              </a:ext>
            </a:extLst>
          </p:cNvPr>
          <p:cNvSpPr txBox="1"/>
          <p:nvPr/>
        </p:nvSpPr>
        <p:spPr>
          <a:xfrm>
            <a:off x="3128560" y="3282566"/>
            <a:ext cx="765537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OpenAPI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specification = DITA specification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0EABD4-E9AF-6297-715D-75D023737095}"/>
              </a:ext>
            </a:extLst>
          </p:cNvPr>
          <p:cNvSpPr txBox="1"/>
          <p:nvPr/>
        </p:nvSpPr>
        <p:spPr>
          <a:xfrm>
            <a:off x="4100112" y="2413857"/>
            <a:ext cx="14097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API 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文档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746AC4-2EC0-DA66-53B4-D3BD3BAD8DF0}"/>
              </a:ext>
            </a:extLst>
          </p:cNvPr>
          <p:cNvSpPr txBox="1"/>
          <p:nvPr/>
        </p:nvSpPr>
        <p:spPr>
          <a:xfrm>
            <a:off x="5325795" y="2413857"/>
            <a:ext cx="22846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en-US" altLang="zh-CN" sz="2400" dirty="0" smtClean="0">
                <a:solidFill>
                  <a:prstClr val="black"/>
                </a:solidFill>
                <a:latin typeface="Calibri" panose="020F0502020204030204"/>
              </a:rPr>
              <a:t> API 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说明书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83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vs. RPC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1143001" y="3451155"/>
            <a:ext cx="432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en-US" altLang="zh-CN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(Resources)</a:t>
            </a:r>
            <a:endParaRPr lang="zh-CN" altLang="en-US" sz="24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7176686" y="3451155"/>
            <a:ext cx="388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</a:t>
            </a:r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(Actions)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838825" y="1334651"/>
            <a:ext cx="0" cy="4694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cxnSpLocks/>
          </p:cNvCxnSpPr>
          <p:nvPr/>
        </p:nvCxnSpPr>
        <p:spPr>
          <a:xfrm>
            <a:off x="2552700" y="2495550"/>
            <a:ext cx="0" cy="838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2143125" y="1870005"/>
            <a:ext cx="119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endParaRPr lang="zh-CN" altLang="en-US" sz="24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8501061" y="2495550"/>
            <a:ext cx="0" cy="838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7666892" y="1870005"/>
            <a:ext cx="1890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en-US" altLang="zh-CN" sz="24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endParaRPr lang="zh-CN" altLang="en-US" sz="24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06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6091A-7ACD-6B26-62B6-E44198C2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B7CAB75-12AE-75F6-EAC7-7C325FCCE30F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REST——Focus on resources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81EE8A-94D4-04E5-4E60-4FC8EC025D07}"/>
              </a:ext>
            </a:extLst>
          </p:cNvPr>
          <p:cNvSpPr txBox="1"/>
          <p:nvPr/>
        </p:nvSpPr>
        <p:spPr>
          <a:xfrm>
            <a:off x="1143001" y="3451155"/>
            <a:ext cx="432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en-US" altLang="zh-CN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(Resources)</a:t>
            </a:r>
            <a:endParaRPr lang="zh-CN" altLang="en-US" sz="24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4D693FE-F427-90D3-488F-BFD949D33B34}"/>
              </a:ext>
            </a:extLst>
          </p:cNvPr>
          <p:cNvCxnSpPr>
            <a:cxnSpLocks/>
          </p:cNvCxnSpPr>
          <p:nvPr/>
        </p:nvCxnSpPr>
        <p:spPr>
          <a:xfrm>
            <a:off x="2552700" y="2495550"/>
            <a:ext cx="0" cy="838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C571C26-1477-B702-47E1-AD5197DCD0D3}"/>
              </a:ext>
            </a:extLst>
          </p:cNvPr>
          <p:cNvSpPr txBox="1"/>
          <p:nvPr/>
        </p:nvSpPr>
        <p:spPr>
          <a:xfrm>
            <a:off x="2143125" y="1870005"/>
            <a:ext cx="119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endParaRPr lang="zh-CN" altLang="en-US" sz="24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25C621-D48B-CEDE-32F1-CA1E6D5C9C08}"/>
              </a:ext>
            </a:extLst>
          </p:cNvPr>
          <p:cNvSpPr txBox="1"/>
          <p:nvPr/>
        </p:nvSpPr>
        <p:spPr>
          <a:xfrm>
            <a:off x="2995916" y="1870004"/>
            <a:ext cx="1493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网址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29F550B-61A0-A0F0-E11E-86F2C096E347}"/>
              </a:ext>
            </a:extLst>
          </p:cNvPr>
          <p:cNvCxnSpPr>
            <a:cxnSpLocks/>
          </p:cNvCxnSpPr>
          <p:nvPr/>
        </p:nvCxnSpPr>
        <p:spPr>
          <a:xfrm rot="16200000">
            <a:off x="5122423" y="3265660"/>
            <a:ext cx="0" cy="838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0600C88-2685-875B-9143-4D29C9FE7999}"/>
              </a:ext>
            </a:extLst>
          </p:cNvPr>
          <p:cNvSpPr txBox="1"/>
          <p:nvPr/>
        </p:nvSpPr>
        <p:spPr>
          <a:xfrm>
            <a:off x="5773163" y="3429000"/>
            <a:ext cx="3492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网页客户端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C99CD9-CBA8-F1BC-EF97-EA902CF622DB}"/>
              </a:ext>
            </a:extLst>
          </p:cNvPr>
          <p:cNvSpPr txBox="1"/>
          <p:nvPr/>
        </p:nvSpPr>
        <p:spPr>
          <a:xfrm>
            <a:off x="4351911" y="1904481"/>
            <a:ext cx="6096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Courier New" panose="02070309020205020404" pitchFamily="49" charset="0"/>
              </a:rPr>
              <a:t>https://api.x.com/1.1/account/settings.json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619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79098-34EF-EA1E-4669-F0BDA88E6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AA90F58-FBDE-9993-1BB6-0C98B24E2D5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BDAB9C4-2F8E-CE8A-1282-F4903EDC0317}"/>
              </a:ext>
            </a:extLst>
          </p:cNvPr>
          <p:cNvSpPr txBox="1">
            <a:spLocks/>
          </p:cNvSpPr>
          <p:nvPr/>
        </p:nvSpPr>
        <p:spPr>
          <a:xfrm>
            <a:off x="838200" y="6100216"/>
            <a:ext cx="10515600" cy="3248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F8A32D-F63A-361D-DF6C-4F47CC3DF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79" y="1231963"/>
            <a:ext cx="9646842" cy="55498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H="1">
            <a:off x="1084634" y="1888384"/>
            <a:ext cx="2286001" cy="0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B0EC776-1A57-3268-0C73-E44E9F1C721F}"/>
              </a:ext>
            </a:extLst>
          </p:cNvPr>
          <p:cNvSpPr txBox="1"/>
          <p:nvPr/>
        </p:nvSpPr>
        <p:spPr>
          <a:xfrm>
            <a:off x="47459" y="1703718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API </a:t>
            </a:r>
            <a:r>
              <a:rPr lang="zh-CN" altLang="en-US" b="1" dirty="0" smtClean="0">
                <a:solidFill>
                  <a:srgbClr val="95B41E"/>
                </a:solidFill>
              </a:rPr>
              <a:t>标题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49313B9-6D50-36AB-4B0C-7D1AD7B6B52A}"/>
              </a:ext>
            </a:extLst>
          </p:cNvPr>
          <p:cNvCxnSpPr>
            <a:cxnSpLocks/>
          </p:cNvCxnSpPr>
          <p:nvPr/>
        </p:nvCxnSpPr>
        <p:spPr>
          <a:xfrm flipH="1">
            <a:off x="1120302" y="3285924"/>
            <a:ext cx="2286001" cy="0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CA8CF35-5FDF-0A7F-AC9C-45C6D3993E8D}"/>
              </a:ext>
            </a:extLst>
          </p:cNvPr>
          <p:cNvSpPr txBox="1"/>
          <p:nvPr/>
        </p:nvSpPr>
        <p:spPr>
          <a:xfrm>
            <a:off x="466927" y="3101258"/>
            <a:ext cx="1021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参数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90A8E74-D8D0-E61E-BF35-47AC18D98BE8}"/>
              </a:ext>
            </a:extLst>
          </p:cNvPr>
          <p:cNvCxnSpPr>
            <a:cxnSpLocks/>
          </p:cNvCxnSpPr>
          <p:nvPr/>
        </p:nvCxnSpPr>
        <p:spPr>
          <a:xfrm flipV="1">
            <a:off x="7939999" y="1041259"/>
            <a:ext cx="0" cy="1055451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DBBBF7B-D223-9B9D-1E51-8C8FC94F5D62}"/>
              </a:ext>
            </a:extLst>
          </p:cNvPr>
          <p:cNvSpPr txBox="1"/>
          <p:nvPr/>
        </p:nvSpPr>
        <p:spPr>
          <a:xfrm>
            <a:off x="7618765" y="671927"/>
            <a:ext cx="642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95B41E"/>
                </a:solidFill>
              </a:rPr>
              <a:t>URL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BCBF456-4CE1-41C1-09B4-863040449492}"/>
              </a:ext>
            </a:extLst>
          </p:cNvPr>
          <p:cNvCxnSpPr>
            <a:cxnSpLocks/>
          </p:cNvCxnSpPr>
          <p:nvPr/>
        </p:nvCxnSpPr>
        <p:spPr>
          <a:xfrm rot="5400000" flipV="1">
            <a:off x="10608885" y="2068750"/>
            <a:ext cx="0" cy="1055451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4DD91ED-5B57-38B0-0E3C-C1A0BF88D6A6}"/>
              </a:ext>
            </a:extLst>
          </p:cNvPr>
          <p:cNvSpPr txBox="1"/>
          <p:nvPr/>
        </p:nvSpPr>
        <p:spPr>
          <a:xfrm>
            <a:off x="11158719" y="2411809"/>
            <a:ext cx="642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请求示例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D43126E-92B7-4349-0FDF-77B94CD39F99}"/>
              </a:ext>
            </a:extLst>
          </p:cNvPr>
          <p:cNvCxnSpPr>
            <a:cxnSpLocks/>
          </p:cNvCxnSpPr>
          <p:nvPr/>
        </p:nvCxnSpPr>
        <p:spPr>
          <a:xfrm rot="5400000" flipV="1">
            <a:off x="10606251" y="2942865"/>
            <a:ext cx="0" cy="1055451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1A7B578-B55F-BE80-4FA6-99C8C54BE9BD}"/>
              </a:ext>
            </a:extLst>
          </p:cNvPr>
          <p:cNvSpPr txBox="1"/>
          <p:nvPr/>
        </p:nvSpPr>
        <p:spPr>
          <a:xfrm>
            <a:off x="11154968" y="3153530"/>
            <a:ext cx="642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返回示例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49313B9-6D50-36AB-4B0C-7D1AD7B6B52A}"/>
              </a:ext>
            </a:extLst>
          </p:cNvPr>
          <p:cNvCxnSpPr>
            <a:cxnSpLocks/>
          </p:cNvCxnSpPr>
          <p:nvPr/>
        </p:nvCxnSpPr>
        <p:spPr>
          <a:xfrm flipH="1">
            <a:off x="1120302" y="3666090"/>
            <a:ext cx="2286001" cy="0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8CA8CF35-5FDF-0A7F-AC9C-45C6D3993E8D}"/>
              </a:ext>
            </a:extLst>
          </p:cNvPr>
          <p:cNvSpPr txBox="1"/>
          <p:nvPr/>
        </p:nvSpPr>
        <p:spPr>
          <a:xfrm>
            <a:off x="47459" y="3481424"/>
            <a:ext cx="144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数据类型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90A8E74-D8D0-E61E-BF35-47AC18D98BE8}"/>
              </a:ext>
            </a:extLst>
          </p:cNvPr>
          <p:cNvCxnSpPr>
            <a:cxnSpLocks/>
          </p:cNvCxnSpPr>
          <p:nvPr/>
        </p:nvCxnSpPr>
        <p:spPr>
          <a:xfrm flipV="1">
            <a:off x="7220023" y="1055451"/>
            <a:ext cx="0" cy="1055451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DBBBF7B-D223-9B9D-1E51-8C8FC94F5D62}"/>
              </a:ext>
            </a:extLst>
          </p:cNvPr>
          <p:cNvSpPr txBox="1"/>
          <p:nvPr/>
        </p:nvSpPr>
        <p:spPr>
          <a:xfrm>
            <a:off x="6898789" y="686119"/>
            <a:ext cx="642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方法</a:t>
            </a:r>
            <a:endParaRPr lang="en-US" b="1" dirty="0">
              <a:solidFill>
                <a:srgbClr val="95B4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65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8" grpId="0"/>
      <p:bldP spid="20" grpId="0"/>
      <p:bldP spid="16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3D82-5960-5420-8D84-7DE19039F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A53F590-F60D-7549-1850-C8819C525FA7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en-US" altLang="zh-CN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常用方法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8737A11-DB78-4C8A-0980-6A44CEB64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737601"/>
              </p:ext>
            </p:extLst>
          </p:nvPr>
        </p:nvGraphicFramePr>
        <p:xfrm>
          <a:off x="2090367" y="1348155"/>
          <a:ext cx="9284680" cy="38124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642340">
                  <a:extLst>
                    <a:ext uri="{9D8B030D-6E8A-4147-A177-3AD203B41FA5}">
                      <a16:colId xmlns:a16="http://schemas.microsoft.com/office/drawing/2014/main" val="2766851436"/>
                    </a:ext>
                  </a:extLst>
                </a:gridCol>
                <a:gridCol w="4642340">
                  <a:extLst>
                    <a:ext uri="{9D8B030D-6E8A-4147-A177-3AD203B41FA5}">
                      <a16:colId xmlns:a16="http://schemas.microsoft.com/office/drawing/2014/main" val="2820901279"/>
                    </a:ext>
                  </a:extLst>
                </a:gridCol>
              </a:tblGrid>
              <a:tr h="4786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REST </a:t>
                      </a:r>
                      <a:r>
                        <a:rPr lang="zh-CN" altLang="en-US" sz="2000" dirty="0"/>
                        <a:t>常用</a:t>
                      </a:r>
                      <a:r>
                        <a:rPr lang="zh-CN" altLang="en-US" sz="2000" dirty="0" smtClean="0"/>
                        <a:t>方法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809331"/>
                  </a:ext>
                </a:extLst>
              </a:tr>
              <a:tr h="462168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</a:t>
                      </a:r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（查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获取资源，读取数据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205603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</a:t>
                      </a:r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（增）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新增资源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484300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PUT</a:t>
                      </a:r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完整替换目标资源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7015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</a:t>
                      </a:r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删除资源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363731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PATCH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部分更新（只传需要修改的字段）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33310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 </a:t>
                      </a:r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（查询元信息）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查询支持的方法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468038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HEAD</a:t>
                      </a:r>
                      <a:endParaRPr lang="zh-CN" altLang="en-US" sz="18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获取头信息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231673"/>
                  </a:ext>
                </a:extLst>
              </a:tr>
            </a:tbl>
          </a:graphicData>
        </a:graphic>
      </p:graphicFrame>
      <p:sp>
        <p:nvSpPr>
          <p:cNvPr id="4" name="左大括号 3"/>
          <p:cNvSpPr/>
          <p:nvPr/>
        </p:nvSpPr>
        <p:spPr>
          <a:xfrm>
            <a:off x="1644161" y="1943101"/>
            <a:ext cx="175114" cy="1562100"/>
          </a:xfrm>
          <a:prstGeom prst="leftBrace">
            <a:avLst/>
          </a:prstGeom>
          <a:ln w="28575">
            <a:solidFill>
              <a:srgbClr val="95B4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369277" y="2569524"/>
            <a:ext cx="127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常用方法</a:t>
            </a:r>
            <a:endParaRPr lang="en-US" b="1" dirty="0">
              <a:solidFill>
                <a:srgbClr val="95B4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15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3D82-5960-5420-8D84-7DE19039F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: 圆角 5">
            <a:extLst>
              <a:ext uri="{FF2B5EF4-FFF2-40B4-BE49-F238E27FC236}">
                <a16:creationId xmlns:a16="http://schemas.microsoft.com/office/drawing/2014/main" id="{9D11BB9D-89A2-F77D-44F8-D33A29AEA5FF}"/>
              </a:ext>
            </a:extLst>
          </p:cNvPr>
          <p:cNvSpPr/>
          <p:nvPr/>
        </p:nvSpPr>
        <p:spPr>
          <a:xfrm rot="5400000">
            <a:off x="605155" y="3174874"/>
            <a:ext cx="4351809" cy="1106183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5000"/>
            </a:scheme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53F590-F60D-7549-1850-C8819C525FA7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en-US" altLang="zh-CN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数据类型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90729" y="170565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字符串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90729" y="218046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整数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90729" y="267755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数字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81506" y="318450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布尔值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90729" y="371662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空值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90729" y="424877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对象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90729" y="4757159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数组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81506" y="526554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枚举</a:t>
            </a:r>
            <a:endParaRPr lang="en-US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23628" y="4726613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hello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623628" y="3727965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42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623628" y="2682537"/>
            <a:ext cx="633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3.14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25228" y="4225650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True/False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623628" y="2169756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null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23628" y="5297736"/>
            <a:ext cx="3047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Plus Jakarta Sans" pitchFamily="2" charset="0"/>
                <a:cs typeface="Plus Jakarta Sans" pitchFamily="2" charset="0"/>
              </a:rPr>
              <a:t>{"name": "John", "age": 30}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23628" y="1705653"/>
            <a:ext cx="3316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Plus Jakarta Sans" pitchFamily="2" charset="0"/>
                <a:cs typeface="Plus Jakarta Sans" pitchFamily="2" charset="0"/>
              </a:rPr>
              <a:t>["apple", "banana", "orange"]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623628" y="3184500"/>
            <a:ext cx="4990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Plus Jakarta Sans" pitchFamily="2" charset="0"/>
                <a:cs typeface="Plus Jakarta Sans" pitchFamily="2" charset="0"/>
              </a:rPr>
              <a:t>"status": ["pending", "approved", "rejected"]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66363" y="1705653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95B41E"/>
                </a:solidFill>
              </a:rPr>
              <a:t>1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57135" y="2161962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2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257135" y="2683420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95B41E"/>
                </a:solidFill>
              </a:rPr>
              <a:t>3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614097" y="3191771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4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257135" y="3723687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95B41E"/>
                </a:solidFill>
              </a:rPr>
              <a:t>5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971862" y="4211952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6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257135" y="4754844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7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671257" y="5300046"/>
            <a:ext cx="351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8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187402" y="915915"/>
            <a:ext cx="3259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7-5-3-6-2-8-1-4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34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3D82-5960-5420-8D84-7DE19039F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A53F590-F60D-7549-1850-C8819C525FA7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</a:t>
            </a:r>
            <a:r>
              <a:rPr lang="en-US" altLang="zh-CN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数据类型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8737A11-DB78-4C8A-0980-6A44CEB64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16835"/>
              </p:ext>
            </p:extLst>
          </p:nvPr>
        </p:nvGraphicFramePr>
        <p:xfrm>
          <a:off x="2004642" y="1310055"/>
          <a:ext cx="9284680" cy="42910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642340">
                  <a:extLst>
                    <a:ext uri="{9D8B030D-6E8A-4147-A177-3AD203B41FA5}">
                      <a16:colId xmlns:a16="http://schemas.microsoft.com/office/drawing/2014/main" val="2766851436"/>
                    </a:ext>
                  </a:extLst>
                </a:gridCol>
                <a:gridCol w="4642340">
                  <a:extLst>
                    <a:ext uri="{9D8B030D-6E8A-4147-A177-3AD203B41FA5}">
                      <a16:colId xmlns:a16="http://schemas.microsoft.com/office/drawing/2014/main" val="2820901279"/>
                    </a:ext>
                  </a:extLst>
                </a:gridCol>
              </a:tblGrid>
              <a:tr h="4786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REST </a:t>
                      </a:r>
                      <a:r>
                        <a:rPr lang="zh-CN" altLang="en-US" sz="2000" dirty="0"/>
                        <a:t>常用</a:t>
                      </a:r>
                      <a:r>
                        <a:rPr lang="zh-CN" altLang="en-US" sz="2000" dirty="0" smtClean="0"/>
                        <a:t>方法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举例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809331"/>
                  </a:ext>
                </a:extLst>
              </a:tr>
              <a:tr h="462168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字符串（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hello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205603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整数（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484300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数字（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3.14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7015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布尔值（</a:t>
                      </a:r>
                      <a:r>
                        <a:rPr lang="en-US" altLang="zh-CN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boolean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True/False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363731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空值（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33310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对象（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{"name": "John", "age": 30}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468038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数组（</a:t>
                      </a:r>
                      <a:r>
                        <a:rPr lang="en-US" altLang="zh-CN" sz="18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array</a:t>
                      </a:r>
                      <a:r>
                        <a:rPr lang="zh-CN" altLang="en-US" sz="18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18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["apple", "banana", "orange"]</a:t>
                      </a:r>
                      <a:endParaRPr lang="zh-CN" altLang="en-US" sz="18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231673"/>
                  </a:ext>
                </a:extLst>
              </a:tr>
              <a:tr h="478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枚举（</a:t>
                      </a:r>
                      <a:r>
                        <a:rPr lang="en-US" altLang="zh-CN" sz="1800" b="0" kern="120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enum</a:t>
                      </a:r>
                      <a:r>
                        <a:rPr lang="zh-CN" altLang="en-US" sz="1800" b="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18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"status": ["pending", "approved", "rejected"]</a:t>
                      </a:r>
                      <a:endParaRPr lang="zh-CN" altLang="en-US" sz="18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172267"/>
                  </a:ext>
                </a:extLst>
              </a:tr>
            </a:tbl>
          </a:graphicData>
        </a:graphic>
      </p:graphicFrame>
      <p:sp>
        <p:nvSpPr>
          <p:cNvPr id="2" name="左大括号 1"/>
          <p:cNvSpPr/>
          <p:nvPr/>
        </p:nvSpPr>
        <p:spPr>
          <a:xfrm>
            <a:off x="1644161" y="1943100"/>
            <a:ext cx="184638" cy="2022231"/>
          </a:xfrm>
          <a:prstGeom prst="leftBrace">
            <a:avLst/>
          </a:prstGeom>
          <a:ln w="28575">
            <a:solidFill>
              <a:srgbClr val="95B4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左大括号 4"/>
          <p:cNvSpPr/>
          <p:nvPr/>
        </p:nvSpPr>
        <p:spPr>
          <a:xfrm>
            <a:off x="1735014" y="4387362"/>
            <a:ext cx="93785" cy="899746"/>
          </a:xfrm>
          <a:prstGeom prst="leftBrace">
            <a:avLst/>
          </a:prstGeom>
          <a:ln w="28575">
            <a:solidFill>
              <a:srgbClr val="95B4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369277" y="2769549"/>
            <a:ext cx="127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基本类型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3431" y="4652569"/>
            <a:ext cx="145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结构化类型</a:t>
            </a:r>
            <a:endParaRPr lang="en-US" b="1" dirty="0">
              <a:solidFill>
                <a:srgbClr val="95B4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5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1482" t="172" r="3506" b="-172"/>
          <a:stretch/>
        </p:blipFill>
        <p:spPr>
          <a:xfrm>
            <a:off x="0" y="0"/>
            <a:ext cx="12323596" cy="693202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45927" y="2172258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API </a:t>
            </a:r>
            <a:r>
              <a:rPr lang="zh-CN" altLang="en-US" b="1" dirty="0" smtClean="0">
                <a:solidFill>
                  <a:srgbClr val="95B41E"/>
                </a:solidFill>
              </a:rPr>
              <a:t>标题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46072" y="3466011"/>
            <a:ext cx="642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95B41E"/>
                </a:solidFill>
              </a:rPr>
              <a:t>URL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48217" y="4181472"/>
            <a:ext cx="1537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5B41E"/>
                </a:solidFill>
              </a:rPr>
              <a:t>API </a:t>
            </a:r>
            <a:r>
              <a:rPr lang="zh-CN" altLang="en-US" b="1" dirty="0">
                <a:solidFill>
                  <a:srgbClr val="95B41E"/>
                </a:solidFill>
              </a:rPr>
              <a:t>基本信息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A1F7C04-FA73-6C34-B4E5-62100A813A63}"/>
              </a:ext>
            </a:extLst>
          </p:cNvPr>
          <p:cNvSpPr/>
          <p:nvPr/>
        </p:nvSpPr>
        <p:spPr>
          <a:xfrm>
            <a:off x="2971799" y="2135619"/>
            <a:ext cx="4181763" cy="461665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11BB9D-89A2-F77D-44F8-D33A29AEA5FF}"/>
              </a:ext>
            </a:extLst>
          </p:cNvPr>
          <p:cNvSpPr/>
          <p:nvPr/>
        </p:nvSpPr>
        <p:spPr>
          <a:xfrm>
            <a:off x="2971799" y="3466012"/>
            <a:ext cx="1887167" cy="332640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7D8225E-3011-515A-896D-98A0E92F2152}"/>
              </a:ext>
            </a:extLst>
          </p:cNvPr>
          <p:cNvSpPr/>
          <p:nvPr/>
        </p:nvSpPr>
        <p:spPr>
          <a:xfrm>
            <a:off x="2971799" y="4192621"/>
            <a:ext cx="2728611" cy="332641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66575" y="3466011"/>
            <a:ext cx="3756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95B41E"/>
                </a:solidFill>
              </a:rPr>
              <a:t>= base URL + endpoint/path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3121269" y="4106007"/>
            <a:ext cx="1459523" cy="0"/>
          </a:xfrm>
          <a:prstGeom prst="line">
            <a:avLst/>
          </a:prstGeom>
          <a:ln w="28575">
            <a:solidFill>
              <a:srgbClr val="95B4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54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  <p:bldP spid="3" grpId="0" animBg="1"/>
      <p:bldP spid="6" grpId="0" animBg="1"/>
      <p:bldP spid="7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1021" t="172" r="3967" b="-17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55128" y="567381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参数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27467" y="2871838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请求示例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21479" y="3528024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返回示例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A446663-F738-BC68-8E10-561C001C5CA8}"/>
              </a:ext>
            </a:extLst>
          </p:cNvPr>
          <p:cNvSpPr/>
          <p:nvPr/>
        </p:nvSpPr>
        <p:spPr>
          <a:xfrm>
            <a:off x="3035030" y="567378"/>
            <a:ext cx="1518500" cy="369335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37B538D-AB31-EAEA-8260-B152C925BD03}"/>
              </a:ext>
            </a:extLst>
          </p:cNvPr>
          <p:cNvSpPr/>
          <p:nvPr/>
        </p:nvSpPr>
        <p:spPr>
          <a:xfrm>
            <a:off x="3035030" y="2825673"/>
            <a:ext cx="2154676" cy="369332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E4B503-255D-DD30-5FBA-8786B4E7F26F}"/>
              </a:ext>
            </a:extLst>
          </p:cNvPr>
          <p:cNvSpPr/>
          <p:nvPr/>
        </p:nvSpPr>
        <p:spPr>
          <a:xfrm>
            <a:off x="3035030" y="3528023"/>
            <a:ext cx="2340534" cy="369333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6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2" grpId="0" animBg="1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526" y="1489366"/>
            <a:ext cx="5072414" cy="48374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C76B5E4-D44A-B196-3876-33283164D419}"/>
              </a:ext>
            </a:extLst>
          </p:cNvPr>
          <p:cNvSpPr txBox="1"/>
          <p:nvPr/>
        </p:nvSpPr>
        <p:spPr>
          <a:xfrm>
            <a:off x="730287" y="862867"/>
            <a:ext cx="601791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《MCS </a:t>
            </a:r>
            <a:r>
              <a:rPr lang="zh-CN" altLang="en-US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网管对外接口文档</a:t>
            </a: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158683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76B5E4-D44A-B196-3876-33283164D419}"/>
              </a:ext>
            </a:extLst>
          </p:cNvPr>
          <p:cNvSpPr txBox="1"/>
          <p:nvPr/>
        </p:nvSpPr>
        <p:spPr>
          <a:xfrm>
            <a:off x="730287" y="862867"/>
            <a:ext cx="601791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《MCS </a:t>
            </a:r>
            <a:r>
              <a:rPr lang="zh-CN" altLang="en-US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网管对外接口文档</a:t>
            </a: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" r="2227"/>
          <a:stretch>
            <a:fillRect/>
          </a:stretch>
        </p:blipFill>
        <p:spPr>
          <a:xfrm>
            <a:off x="861612" y="1528275"/>
            <a:ext cx="7628737" cy="52567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58A0436-751F-48E9-A2DF-0D307B980CAE}"/>
              </a:ext>
            </a:extLst>
          </p:cNvPr>
          <p:cNvSpPr txBox="1"/>
          <p:nvPr/>
        </p:nvSpPr>
        <p:spPr>
          <a:xfrm>
            <a:off x="8529537" y="3466552"/>
            <a:ext cx="3565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响应数据通常使用 </a:t>
            </a:r>
            <a:r>
              <a:rPr lang="en-US" altLang="zh-CN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JSON </a:t>
            </a:r>
            <a:r>
              <a:rPr lang="zh-CN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 </a:t>
            </a:r>
            <a:r>
              <a:rPr lang="en-US" altLang="zh-CN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XML </a:t>
            </a:r>
            <a:r>
              <a:rPr lang="zh-CN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格式</a:t>
            </a:r>
          </a:p>
        </p:txBody>
      </p:sp>
      <p:sp>
        <p:nvSpPr>
          <p:cNvPr id="7" name="矩形: 圆角 5">
            <a:extLst>
              <a:ext uri="{FF2B5EF4-FFF2-40B4-BE49-F238E27FC236}">
                <a16:creationId xmlns:a16="http://schemas.microsoft.com/office/drawing/2014/main" id="{9D11BB9D-89A2-F77D-44F8-D33A29AEA5FF}"/>
              </a:ext>
            </a:extLst>
          </p:cNvPr>
          <p:cNvSpPr/>
          <p:nvPr/>
        </p:nvSpPr>
        <p:spPr>
          <a:xfrm>
            <a:off x="4185138" y="3694612"/>
            <a:ext cx="2857500" cy="332640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8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262" y="1497140"/>
            <a:ext cx="6391465" cy="49547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C76B5E4-D44A-B196-3876-33283164D419}"/>
              </a:ext>
            </a:extLst>
          </p:cNvPr>
          <p:cNvSpPr txBox="1"/>
          <p:nvPr/>
        </p:nvSpPr>
        <p:spPr>
          <a:xfrm>
            <a:off x="730287" y="862867"/>
            <a:ext cx="601791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《MCS </a:t>
            </a:r>
            <a:r>
              <a:rPr lang="zh-CN" altLang="en-US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网管对外接口文档</a:t>
            </a: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8A0436-751F-48E9-A2DF-0D307B980CAE}"/>
              </a:ext>
            </a:extLst>
          </p:cNvPr>
          <p:cNvSpPr txBox="1"/>
          <p:nvPr/>
        </p:nvSpPr>
        <p:spPr>
          <a:xfrm>
            <a:off x="861612" y="3141189"/>
            <a:ext cx="356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返回数据使用统一的结构</a:t>
            </a:r>
            <a:endParaRPr lang="zh-CN" altLang="en-US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5">
            <a:extLst>
              <a:ext uri="{FF2B5EF4-FFF2-40B4-BE49-F238E27FC236}">
                <a16:creationId xmlns:a16="http://schemas.microsoft.com/office/drawing/2014/main" id="{9D11BB9D-89A2-F77D-44F8-D33A29AEA5FF}"/>
              </a:ext>
            </a:extLst>
          </p:cNvPr>
          <p:cNvSpPr/>
          <p:nvPr/>
        </p:nvSpPr>
        <p:spPr>
          <a:xfrm>
            <a:off x="6321669" y="3152372"/>
            <a:ext cx="1494693" cy="241459"/>
          </a:xfrm>
          <a:prstGeom prst="roundRect">
            <a:avLst/>
          </a:prstGeom>
          <a:solidFill>
            <a:srgbClr val="95B41E">
              <a:alpha val="35000"/>
            </a:srgbClr>
          </a:solidFill>
          <a:ln>
            <a:solidFill>
              <a:srgbClr val="95B4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49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REST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76B5E4-D44A-B196-3876-33283164D419}"/>
              </a:ext>
            </a:extLst>
          </p:cNvPr>
          <p:cNvSpPr txBox="1"/>
          <p:nvPr/>
        </p:nvSpPr>
        <p:spPr>
          <a:xfrm>
            <a:off x="730287" y="862867"/>
            <a:ext cx="601791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《MCS </a:t>
            </a:r>
            <a:r>
              <a:rPr lang="zh-CN" altLang="en-US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网管对外接口文档</a:t>
            </a: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" y="1513504"/>
            <a:ext cx="5236866" cy="50745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771" y="1513504"/>
            <a:ext cx="5863770" cy="47970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2938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1420320" y="3642743"/>
            <a:ext cx="388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95B4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</a:t>
            </a:r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b="1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(Actions)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744695" y="2687138"/>
            <a:ext cx="0" cy="838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1943101" y="2055834"/>
            <a:ext cx="182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  <a:r>
              <a:rPr lang="en-US" altLang="zh-CN" sz="24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endParaRPr lang="zh-CN" altLang="en-US" sz="24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99CD9-CBA8-F1BC-EF97-EA902CF622DB}"/>
              </a:ext>
            </a:extLst>
          </p:cNvPr>
          <p:cNvSpPr txBox="1"/>
          <p:nvPr/>
        </p:nvSpPr>
        <p:spPr>
          <a:xfrm>
            <a:off x="7631723" y="2095269"/>
            <a:ext cx="44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BatchTranslateDocument</a:t>
            </a:r>
            <a:endParaRPr lang="zh-CN" altLang="en-US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3607424" y="2029279"/>
            <a:ext cx="4291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(Method/Procedure)</a:t>
            </a:r>
            <a:endParaRPr lang="zh-CN" altLang="en-US" sz="2400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rot="16200000">
            <a:off x="4664348" y="3474088"/>
            <a:ext cx="0" cy="838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5C99CD9-CBA8-F1BC-EF97-EA902CF622DB}"/>
              </a:ext>
            </a:extLst>
          </p:cNvPr>
          <p:cNvSpPr txBox="1"/>
          <p:nvPr/>
        </p:nvSpPr>
        <p:spPr>
          <a:xfrm>
            <a:off x="5171342" y="3708521"/>
            <a:ext cx="4428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函数名均以动词开头</a:t>
            </a:r>
            <a:endParaRPr lang="zh-CN" altLang="en-US" b="1" spc="3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015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3D82-5960-5420-8D84-7DE19039F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A53F590-F60D-7549-1850-C8819C525FA7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 </a:t>
            </a:r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常见概念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8737A11-DB78-4C8A-0980-6A44CEB64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471666"/>
              </p:ext>
            </p:extLst>
          </p:nvPr>
        </p:nvGraphicFramePr>
        <p:xfrm>
          <a:off x="1438275" y="1318845"/>
          <a:ext cx="9200417" cy="43434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766851436"/>
                    </a:ext>
                  </a:extLst>
                </a:gridCol>
                <a:gridCol w="6609617">
                  <a:extLst>
                    <a:ext uri="{9D8B030D-6E8A-4147-A177-3AD203B41FA5}">
                      <a16:colId xmlns:a16="http://schemas.microsoft.com/office/drawing/2014/main" val="2820901279"/>
                    </a:ext>
                  </a:extLst>
                </a:gridCol>
              </a:tblGrid>
              <a:tr h="4055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概念名称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/>
                        <a:t>说明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809331"/>
                  </a:ext>
                </a:extLst>
              </a:tr>
              <a:tr h="765772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调用（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call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发起请求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205603"/>
                  </a:ext>
                </a:extLst>
              </a:tr>
              <a:tr h="79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响应（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response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收到回执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664342"/>
                  </a:ext>
                </a:extLst>
              </a:tr>
              <a:tr h="79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同步（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synchronous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立即收到响应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70182"/>
                  </a:ext>
                </a:extLst>
              </a:tr>
              <a:tr h="793012"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回调（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callback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回复请求结果，用于耗时较久的业务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484300"/>
                  </a:ext>
                </a:extLst>
              </a:tr>
              <a:tr h="79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异步（</a:t>
                      </a:r>
                      <a:r>
                        <a:rPr lang="en-US" altLang="zh-CN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asynchronous</a:t>
                      </a:r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订阅未来事件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636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8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3D82-5960-5420-8D84-7DE19039F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A53F590-F60D-7549-1850-C8819C525FA7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 </a:t>
            </a:r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常见概念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91790" y="204045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打电话给客服预约安装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53455" y="312224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客服登记需求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07187" y="1314729"/>
            <a:ext cx="13388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95B4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住户</a:t>
            </a:r>
            <a:endParaRPr lang="en-US" altLang="zh-CN" b="1" dirty="0" smtClean="0">
              <a:solidFill>
                <a:srgbClr val="95B4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b="1" dirty="0" smtClean="0">
                <a:solidFill>
                  <a:srgbClr val="95B4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（客户端）</a:t>
            </a:r>
            <a:endParaRPr lang="zh-CN" altLang="en-US" b="1" dirty="0">
              <a:solidFill>
                <a:srgbClr val="95B4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37332" y="1310238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0B30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家电品牌</a:t>
            </a:r>
            <a:endParaRPr lang="en-US" altLang="zh-CN" b="1" dirty="0" smtClean="0">
              <a:solidFill>
                <a:srgbClr val="0B30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b="1" dirty="0" smtClean="0">
                <a:solidFill>
                  <a:srgbClr val="0B30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（服务器）</a:t>
            </a:r>
            <a:endParaRPr lang="zh-CN" altLang="en-US" b="1" dirty="0">
              <a:solidFill>
                <a:srgbClr val="0B308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072571" y="2337581"/>
            <a:ext cx="4209783" cy="144424"/>
            <a:chOff x="694592" y="3781174"/>
            <a:chExt cx="1011116" cy="34688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694592" y="3815858"/>
              <a:ext cx="1011116" cy="0"/>
            </a:xfrm>
            <a:prstGeom prst="line">
              <a:avLst/>
            </a:prstGeom>
            <a:ln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663473" y="3781174"/>
              <a:ext cx="42235" cy="34688"/>
            </a:xfrm>
            <a:prstGeom prst="line">
              <a:avLst/>
            </a:prstGeom>
            <a:ln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1436752" y="2086910"/>
            <a:ext cx="1020262" cy="537335"/>
            <a:chOff x="351481" y="2075111"/>
            <a:chExt cx="1020262" cy="537335"/>
          </a:xfrm>
        </p:grpSpPr>
        <p:sp>
          <p:nvSpPr>
            <p:cNvPr id="12" name="矩形: 圆角 5">
              <a:extLst>
                <a:ext uri="{FF2B5EF4-FFF2-40B4-BE49-F238E27FC236}">
                  <a16:creationId xmlns:a16="http://schemas.microsoft.com/office/drawing/2014/main" id="{9D11BB9D-89A2-F77D-44F8-D33A29AEA5FF}"/>
                </a:ext>
              </a:extLst>
            </p:cNvPr>
            <p:cNvSpPr/>
            <p:nvPr/>
          </p:nvSpPr>
          <p:spPr>
            <a:xfrm>
              <a:off x="351481" y="2075111"/>
              <a:ext cx="1020262" cy="537335"/>
            </a:xfrm>
            <a:prstGeom prst="roundRect">
              <a:avLst/>
            </a:prstGeom>
            <a:solidFill>
              <a:srgbClr val="95B41E">
                <a:alpha val="35000"/>
              </a:srgbClr>
            </a:solidFill>
            <a:ln>
              <a:solidFill>
                <a:srgbClr val="95B4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61502" y="215078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调用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rot="10800000">
            <a:off x="4072571" y="3515159"/>
            <a:ext cx="4209783" cy="144424"/>
            <a:chOff x="694592" y="3781174"/>
            <a:chExt cx="1011116" cy="34688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694592" y="3815858"/>
              <a:ext cx="1011116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1663473" y="3781174"/>
              <a:ext cx="42235" cy="346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1436752" y="3122249"/>
            <a:ext cx="1020262" cy="537335"/>
            <a:chOff x="351481" y="2075111"/>
            <a:chExt cx="1020262" cy="537335"/>
          </a:xfrm>
        </p:grpSpPr>
        <p:sp>
          <p:nvSpPr>
            <p:cNvPr id="19" name="矩形: 圆角 5">
              <a:extLst>
                <a:ext uri="{FF2B5EF4-FFF2-40B4-BE49-F238E27FC236}">
                  <a16:creationId xmlns:a16="http://schemas.microsoft.com/office/drawing/2014/main" id="{9D11BB9D-89A2-F77D-44F8-D33A29AEA5FF}"/>
                </a:ext>
              </a:extLst>
            </p:cNvPr>
            <p:cNvSpPr/>
            <p:nvPr/>
          </p:nvSpPr>
          <p:spPr>
            <a:xfrm>
              <a:off x="351481" y="2075111"/>
              <a:ext cx="1020262" cy="537335"/>
            </a:xfrm>
            <a:prstGeom prst="roundRect">
              <a:avLst/>
            </a:prstGeom>
            <a:solidFill>
              <a:srgbClr val="95B41E">
                <a:alpha val="35000"/>
              </a:srgbClr>
            </a:solidFill>
            <a:ln>
              <a:solidFill>
                <a:srgbClr val="95B4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61502" y="215078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响应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 rot="10800000">
            <a:off x="4072570" y="4692763"/>
            <a:ext cx="4209783" cy="144424"/>
            <a:chOff x="694592" y="3781174"/>
            <a:chExt cx="1011116" cy="34688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94592" y="3815858"/>
              <a:ext cx="1011116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663473" y="3781174"/>
              <a:ext cx="42235" cy="346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>
            <a:off x="4295465" y="4251219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收到品牌短信，安装时间已确定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436752" y="4155419"/>
            <a:ext cx="1020262" cy="537335"/>
            <a:chOff x="351481" y="2075111"/>
            <a:chExt cx="1020262" cy="537335"/>
          </a:xfrm>
        </p:grpSpPr>
        <p:sp>
          <p:nvSpPr>
            <p:cNvPr id="26" name="矩形: 圆角 5">
              <a:extLst>
                <a:ext uri="{FF2B5EF4-FFF2-40B4-BE49-F238E27FC236}">
                  <a16:creationId xmlns:a16="http://schemas.microsoft.com/office/drawing/2014/main" id="{9D11BB9D-89A2-F77D-44F8-D33A29AEA5FF}"/>
                </a:ext>
              </a:extLst>
            </p:cNvPr>
            <p:cNvSpPr/>
            <p:nvPr/>
          </p:nvSpPr>
          <p:spPr>
            <a:xfrm>
              <a:off x="351481" y="2075111"/>
              <a:ext cx="1020262" cy="537335"/>
            </a:xfrm>
            <a:prstGeom prst="roundRect">
              <a:avLst/>
            </a:prstGeom>
            <a:solidFill>
              <a:srgbClr val="95B41E">
                <a:alpha val="35000"/>
              </a:srgbClr>
            </a:solidFill>
            <a:ln>
              <a:solidFill>
                <a:srgbClr val="95B4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61502" y="2150781"/>
              <a:ext cx="69762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回调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286578" y="5180257"/>
            <a:ext cx="1320609" cy="537335"/>
            <a:chOff x="201307" y="2066779"/>
            <a:chExt cx="1320609" cy="537335"/>
          </a:xfrm>
        </p:grpSpPr>
        <p:sp>
          <p:nvSpPr>
            <p:cNvPr id="29" name="矩形: 圆角 5">
              <a:extLst>
                <a:ext uri="{FF2B5EF4-FFF2-40B4-BE49-F238E27FC236}">
                  <a16:creationId xmlns:a16="http://schemas.microsoft.com/office/drawing/2014/main" id="{9D11BB9D-89A2-F77D-44F8-D33A29AEA5FF}"/>
                </a:ext>
              </a:extLst>
            </p:cNvPr>
            <p:cNvSpPr/>
            <p:nvPr/>
          </p:nvSpPr>
          <p:spPr>
            <a:xfrm>
              <a:off x="201307" y="2066779"/>
              <a:ext cx="1320609" cy="537335"/>
            </a:xfrm>
            <a:prstGeom prst="roundRect">
              <a:avLst/>
            </a:prstGeom>
            <a:solidFill>
              <a:srgbClr val="95B41E">
                <a:alpha val="35000"/>
              </a:srgbClr>
            </a:solidFill>
            <a:ln>
              <a:solidFill>
                <a:srgbClr val="95B4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56317" y="2150781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异步通知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10800000">
            <a:off x="4072570" y="5725934"/>
            <a:ext cx="4209783" cy="144424"/>
            <a:chOff x="694592" y="3781174"/>
            <a:chExt cx="1011116" cy="34688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694592" y="3815858"/>
              <a:ext cx="1011116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663473" y="3781174"/>
              <a:ext cx="42235" cy="3468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矩形 33"/>
          <p:cNvSpPr/>
          <p:nvPr/>
        </p:nvSpPr>
        <p:spPr>
          <a:xfrm>
            <a:off x="4431956" y="5264259"/>
            <a:ext cx="31433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新产品上线，发送推广信息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91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24" grpId="0"/>
      <p:bldP spid="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12" y="1540689"/>
            <a:ext cx="10609385" cy="40208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文本框 14"/>
          <p:cNvSpPr txBox="1"/>
          <p:nvPr/>
        </p:nvSpPr>
        <p:spPr>
          <a:xfrm>
            <a:off x="2814639" y="944101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方法名称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V="1">
            <a:off x="3397012" y="1389185"/>
            <a:ext cx="0" cy="1141038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081953" y="944101"/>
            <a:ext cx="120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请求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V="1">
            <a:off x="5430966" y="1389185"/>
            <a:ext cx="0" cy="1477107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379676" y="944101"/>
            <a:ext cx="120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返回结果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V="1">
            <a:off x="7728689" y="1389185"/>
            <a:ext cx="0" cy="1477107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>
            <a:off x="8865828" y="3594092"/>
            <a:ext cx="0" cy="696554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321555" y="4333236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功能描述</a:t>
            </a:r>
            <a:endParaRPr lang="en-US" b="1" dirty="0">
              <a:solidFill>
                <a:srgbClr val="95B4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74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561" y="1313433"/>
            <a:ext cx="9377361" cy="50116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20246" y="766805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请求描述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V="1">
            <a:off x="4285035" y="1136137"/>
            <a:ext cx="0" cy="1189430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61611" y="2731407"/>
            <a:ext cx="96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参数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H="1" flipV="1">
            <a:off x="1494692" y="2916073"/>
            <a:ext cx="2523980" cy="1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878723" y="766805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数据类型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V="1">
            <a:off x="5443512" y="1136137"/>
            <a:ext cx="0" cy="1712571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62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162" y="1196577"/>
            <a:ext cx="9220200" cy="49276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3720246" y="766805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95B41E"/>
                </a:solidFill>
              </a:rPr>
              <a:t>响应</a:t>
            </a:r>
            <a:r>
              <a:rPr lang="zh-CN" altLang="en-US" b="1" dirty="0" smtClean="0">
                <a:solidFill>
                  <a:srgbClr val="95B41E"/>
                </a:solidFill>
              </a:rPr>
              <a:t>描述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V="1">
            <a:off x="4285035" y="1136137"/>
            <a:ext cx="0" cy="1092713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28261" y="2664732"/>
            <a:ext cx="96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参数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H="1" flipV="1">
            <a:off x="1361342" y="2849398"/>
            <a:ext cx="2523980" cy="1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4762650" y="766805"/>
            <a:ext cx="144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95B41E"/>
                </a:solidFill>
              </a:rPr>
              <a:t>数据类型</a:t>
            </a:r>
            <a:endParaRPr lang="en-US" b="1" dirty="0">
              <a:solidFill>
                <a:srgbClr val="95B41E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056DCB9-E1FB-A8EF-2B46-FABEA299ACE6}"/>
              </a:ext>
            </a:extLst>
          </p:cNvPr>
          <p:cNvCxnSpPr>
            <a:cxnSpLocks/>
          </p:cNvCxnSpPr>
          <p:nvPr/>
        </p:nvCxnSpPr>
        <p:spPr>
          <a:xfrm flipV="1">
            <a:off x="5327439" y="1136138"/>
            <a:ext cx="0" cy="1626112"/>
          </a:xfrm>
          <a:prstGeom prst="straightConnector1">
            <a:avLst/>
          </a:prstGeom>
          <a:ln w="28575">
            <a:solidFill>
              <a:srgbClr val="95B41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50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"/>
          <a:stretch/>
        </p:blipFill>
        <p:spPr>
          <a:xfrm>
            <a:off x="2286000" y="1779170"/>
            <a:ext cx="8479004" cy="42011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C76B5E4-D44A-B196-3876-33283164D419}"/>
              </a:ext>
            </a:extLst>
          </p:cNvPr>
          <p:cNvSpPr txBox="1"/>
          <p:nvPr/>
        </p:nvSpPr>
        <p:spPr>
          <a:xfrm>
            <a:off x="730287" y="862867"/>
            <a:ext cx="601791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《PUC web client API </a:t>
            </a:r>
            <a:r>
              <a:rPr lang="zh-CN" altLang="en-US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接口文档</a:t>
            </a: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57181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RPC API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76B5E4-D44A-B196-3876-33283164D419}"/>
              </a:ext>
            </a:extLst>
          </p:cNvPr>
          <p:cNvSpPr txBox="1"/>
          <p:nvPr/>
        </p:nvSpPr>
        <p:spPr>
          <a:xfrm>
            <a:off x="730287" y="862867"/>
            <a:ext cx="601791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《PUC web client API </a:t>
            </a:r>
            <a:r>
              <a:rPr lang="zh-CN" altLang="en-US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接口文档</a:t>
            </a:r>
            <a:r>
              <a:rPr lang="en-US" altLang="zh-CN" sz="20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HarmonyOS Sans SC Light" panose="00000400000000000000" pitchFamily="2" charset="-122"/>
              </a:rPr>
              <a:t>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555" y="1362491"/>
            <a:ext cx="5032973" cy="54155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4252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F383E3D-57F2-89BC-788F-7BE46F87B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5703"/>
            <a:ext cx="6098400" cy="34322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8DFCD4-C888-4A10-E1CE-2B59F0979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" y="3429206"/>
            <a:ext cx="6098400" cy="34287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75A3E1C-7D41-B167-A7C6-1595A127C789}"/>
              </a:ext>
            </a:extLst>
          </p:cNvPr>
          <p:cNvSpPr txBox="1"/>
          <p:nvPr/>
        </p:nvSpPr>
        <p:spPr>
          <a:xfrm>
            <a:off x="4739987" y="5190385"/>
            <a:ext cx="2712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600" b="1" dirty="0">
                <a:solidFill>
                  <a:srgbClr val="404040">
                    <a:alpha val="30000"/>
                  </a:srgbClr>
                </a:solidFill>
                <a:latin typeface="Bahnschrift SemiCondensed" panose="020B0502040204020203" pitchFamily="34" charset="0"/>
                <a:cs typeface="Arial Narrow" panose="020B0604020202020204" pitchFamily="34" charset="0"/>
              </a:rPr>
              <a:t>03</a:t>
            </a:r>
            <a:endParaRPr kumimoji="1" lang="zh-CN" altLang="en-US" sz="9600" b="1" dirty="0">
              <a:solidFill>
                <a:srgbClr val="404040">
                  <a:alpha val="30000"/>
                </a:srgbClr>
              </a:solidFill>
              <a:latin typeface="Bahnschrift SemiCondensed" panose="020B0502040204020203" pitchFamily="34" charset="0"/>
              <a:cs typeface="Arial Narrow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E92523-2C52-FA7D-CB5B-B7323B2F5B44}"/>
              </a:ext>
            </a:extLst>
          </p:cNvPr>
          <p:cNvSpPr txBox="1"/>
          <p:nvPr/>
        </p:nvSpPr>
        <p:spPr>
          <a:xfrm>
            <a:off x="2960390" y="2038957"/>
            <a:ext cx="6271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常用表达</a:t>
            </a:r>
          </a:p>
        </p:txBody>
      </p:sp>
      <p:grpSp>
        <p:nvGrpSpPr>
          <p:cNvPr id="18" name="图形 12">
            <a:extLst>
              <a:ext uri="{FF2B5EF4-FFF2-40B4-BE49-F238E27FC236}">
                <a16:creationId xmlns:a16="http://schemas.microsoft.com/office/drawing/2014/main" id="{F315A454-F3BC-0BDC-6F47-3A608413E601}"/>
              </a:ext>
            </a:extLst>
          </p:cNvPr>
          <p:cNvGrpSpPr/>
          <p:nvPr/>
        </p:nvGrpSpPr>
        <p:grpSpPr>
          <a:xfrm>
            <a:off x="5092351" y="528490"/>
            <a:ext cx="2007298" cy="474400"/>
            <a:chOff x="1739537" y="98099"/>
            <a:chExt cx="7772367" cy="1836903"/>
          </a:xfrm>
        </p:grpSpPr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5BD30028-6780-C755-19BE-28F5A0E544ED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88BF128D-D031-5713-BD37-C4E9E5248078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B90800AE-F79B-A36E-0D4E-C414D664BA2B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CD96741A-D2BE-1679-B729-CEED2193AF40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AA7C392F-B602-EADA-F5C7-A39FE5B8B5D3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6B52B552-0BBE-B745-E8A1-CADA01FF348D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1E4110E8-0E33-71BB-A3EE-ABA96BC047CF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66BFE32E-859A-821B-E8CC-E6E0219EE591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13335B1D-25CB-A948-60BD-E52467CD23C7}"/>
                </a:ext>
              </a:extLst>
            </p:cNvPr>
            <p:cNvSpPr/>
            <p:nvPr/>
          </p:nvSpPr>
          <p:spPr>
            <a:xfrm>
              <a:off x="8592880" y="782716"/>
              <a:ext cx="919023" cy="883398"/>
            </a:xfrm>
            <a:custGeom>
              <a:avLst/>
              <a:gdLst>
                <a:gd name="connsiteX0" fmla="*/ 422704 w 919023"/>
                <a:gd name="connsiteY0" fmla="*/ 775658 h 883398"/>
                <a:gd name="connsiteX1" fmla="*/ 234232 w 919023"/>
                <a:gd name="connsiteY1" fmla="*/ 640766 h 883398"/>
                <a:gd name="connsiteX2" fmla="*/ 234232 w 919023"/>
                <a:gd name="connsiteY2" fmla="*/ 311720 h 883398"/>
                <a:gd name="connsiteX3" fmla="*/ 19347 w 919023"/>
                <a:gd name="connsiteY3" fmla="*/ 311720 h 883398"/>
                <a:gd name="connsiteX4" fmla="*/ 19347 w 919023"/>
                <a:gd name="connsiteY4" fmla="*/ 421071 h 883398"/>
                <a:gd name="connsiteX5" fmla="*/ 121113 w 919023"/>
                <a:gd name="connsiteY5" fmla="*/ 421071 h 883398"/>
                <a:gd name="connsiteX6" fmla="*/ 121113 w 919023"/>
                <a:gd name="connsiteY6" fmla="*/ 677602 h 883398"/>
                <a:gd name="connsiteX7" fmla="*/ 0 w 919023"/>
                <a:gd name="connsiteY7" fmla="*/ 781042 h 883398"/>
                <a:gd name="connsiteX8" fmla="*/ 61803 w 919023"/>
                <a:gd name="connsiteY8" fmla="*/ 883399 h 883398"/>
                <a:gd name="connsiteX9" fmla="*/ 177711 w 919023"/>
                <a:gd name="connsiteY9" fmla="*/ 768129 h 883398"/>
                <a:gd name="connsiteX10" fmla="*/ 392519 w 919023"/>
                <a:gd name="connsiteY10" fmla="*/ 877128 h 883398"/>
                <a:gd name="connsiteX11" fmla="*/ 890096 w 919023"/>
                <a:gd name="connsiteY11" fmla="*/ 877128 h 883398"/>
                <a:gd name="connsiteX12" fmla="*/ 919024 w 919023"/>
                <a:gd name="connsiteY12" fmla="*/ 775658 h 883398"/>
                <a:gd name="connsiteX13" fmla="*/ 422704 w 919023"/>
                <a:gd name="connsiteY13" fmla="*/ 775658 h 883398"/>
                <a:gd name="connsiteX14" fmla="*/ 314595 w 919023"/>
                <a:gd name="connsiteY14" fmla="*/ 590206 h 883398"/>
                <a:gd name="connsiteX15" fmla="*/ 315830 w 919023"/>
                <a:gd name="connsiteY15" fmla="*/ 705202 h 883398"/>
                <a:gd name="connsiteX16" fmla="*/ 593328 w 919023"/>
                <a:gd name="connsiteY16" fmla="*/ 480145 h 883398"/>
                <a:gd name="connsiteX17" fmla="*/ 771214 w 919023"/>
                <a:gd name="connsiteY17" fmla="*/ 696973 h 883398"/>
                <a:gd name="connsiteX18" fmla="*/ 911149 w 919023"/>
                <a:gd name="connsiteY18" fmla="*/ 696973 h 883398"/>
                <a:gd name="connsiteX19" fmla="*/ 624410 w 919023"/>
                <a:gd name="connsiteY19" fmla="*/ 357985 h 883398"/>
                <a:gd name="connsiteX20" fmla="*/ 626214 w 919023"/>
                <a:gd name="connsiteY20" fmla="*/ 304199 h 883398"/>
                <a:gd name="connsiteX21" fmla="*/ 886312 w 919023"/>
                <a:gd name="connsiteY21" fmla="*/ 304199 h 883398"/>
                <a:gd name="connsiteX22" fmla="*/ 886312 w 919023"/>
                <a:gd name="connsiteY22" fmla="*/ 202393 h 883398"/>
                <a:gd name="connsiteX23" fmla="*/ 633728 w 919023"/>
                <a:gd name="connsiteY23" fmla="*/ 202393 h 883398"/>
                <a:gd name="connsiteX24" fmla="*/ 637479 w 919023"/>
                <a:gd name="connsiteY24" fmla="*/ 0 h 883398"/>
                <a:gd name="connsiteX25" fmla="*/ 520609 w 919023"/>
                <a:gd name="connsiteY25" fmla="*/ 0 h 883398"/>
                <a:gd name="connsiteX26" fmla="*/ 516924 w 919023"/>
                <a:gd name="connsiteY26" fmla="*/ 202393 h 883398"/>
                <a:gd name="connsiteX27" fmla="*/ 302050 w 919023"/>
                <a:gd name="connsiteY27" fmla="*/ 202393 h 883398"/>
                <a:gd name="connsiteX28" fmla="*/ 302050 w 919023"/>
                <a:gd name="connsiteY28" fmla="*/ 304199 h 883398"/>
                <a:gd name="connsiteX29" fmla="*/ 513074 w 919023"/>
                <a:gd name="connsiteY29" fmla="*/ 304199 h 883398"/>
                <a:gd name="connsiteX30" fmla="*/ 314595 w 919023"/>
                <a:gd name="connsiteY30" fmla="*/ 590206 h 883398"/>
                <a:gd name="connsiteX31" fmla="*/ 283130 w 919023"/>
                <a:gd name="connsiteY31" fmla="*/ 183466 h 883398"/>
                <a:gd name="connsiteX32" fmla="*/ 157292 w 919023"/>
                <a:gd name="connsiteY32" fmla="*/ 3049 h 883398"/>
                <a:gd name="connsiteX33" fmla="*/ 64953 w 919023"/>
                <a:gd name="connsiteY33" fmla="*/ 61029 h 883398"/>
                <a:gd name="connsiteX34" fmla="*/ 187029 w 919023"/>
                <a:gd name="connsiteY34" fmla="*/ 246296 h 883398"/>
                <a:gd name="connsiteX35" fmla="*/ 283130 w 919023"/>
                <a:gd name="connsiteY35" fmla="*/ 183466 h 88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19023" h="883398">
                  <a:moveTo>
                    <a:pt x="422704" y="775658"/>
                  </a:moveTo>
                  <a:cubicBezTo>
                    <a:pt x="325509" y="775658"/>
                    <a:pt x="234232" y="714165"/>
                    <a:pt x="234232" y="640766"/>
                  </a:cubicBezTo>
                  <a:lnTo>
                    <a:pt x="234232" y="311720"/>
                  </a:lnTo>
                  <a:lnTo>
                    <a:pt x="19347" y="311720"/>
                  </a:lnTo>
                  <a:lnTo>
                    <a:pt x="19347" y="421071"/>
                  </a:lnTo>
                  <a:lnTo>
                    <a:pt x="121113" y="421071"/>
                  </a:lnTo>
                  <a:lnTo>
                    <a:pt x="121113" y="677602"/>
                  </a:lnTo>
                  <a:cubicBezTo>
                    <a:pt x="83381" y="707719"/>
                    <a:pt x="37633" y="743308"/>
                    <a:pt x="0" y="781042"/>
                  </a:cubicBezTo>
                  <a:lnTo>
                    <a:pt x="61803" y="883399"/>
                  </a:lnTo>
                  <a:cubicBezTo>
                    <a:pt x="91912" y="845643"/>
                    <a:pt x="124952" y="813381"/>
                    <a:pt x="177711" y="768129"/>
                  </a:cubicBezTo>
                  <a:cubicBezTo>
                    <a:pt x="225362" y="833474"/>
                    <a:pt x="305627" y="877128"/>
                    <a:pt x="392519" y="877128"/>
                  </a:cubicBezTo>
                  <a:lnTo>
                    <a:pt x="890096" y="877128"/>
                  </a:lnTo>
                  <a:lnTo>
                    <a:pt x="919024" y="775658"/>
                  </a:lnTo>
                  <a:lnTo>
                    <a:pt x="422704" y="775658"/>
                  </a:lnTo>
                  <a:close/>
                  <a:moveTo>
                    <a:pt x="314595" y="590206"/>
                  </a:moveTo>
                  <a:lnTo>
                    <a:pt x="315830" y="705202"/>
                  </a:lnTo>
                  <a:cubicBezTo>
                    <a:pt x="430754" y="668814"/>
                    <a:pt x="550248" y="570846"/>
                    <a:pt x="593328" y="480145"/>
                  </a:cubicBezTo>
                  <a:cubicBezTo>
                    <a:pt x="696439" y="588247"/>
                    <a:pt x="732881" y="641127"/>
                    <a:pt x="771214" y="696973"/>
                  </a:cubicBezTo>
                  <a:lnTo>
                    <a:pt x="911149" y="696973"/>
                  </a:lnTo>
                  <a:cubicBezTo>
                    <a:pt x="850768" y="612542"/>
                    <a:pt x="700552" y="432912"/>
                    <a:pt x="624410" y="357985"/>
                  </a:cubicBezTo>
                  <a:cubicBezTo>
                    <a:pt x="625121" y="328667"/>
                    <a:pt x="625045" y="330369"/>
                    <a:pt x="626214" y="304199"/>
                  </a:cubicBezTo>
                  <a:lnTo>
                    <a:pt x="886312" y="304199"/>
                  </a:lnTo>
                  <a:lnTo>
                    <a:pt x="886312" y="202393"/>
                  </a:lnTo>
                  <a:lnTo>
                    <a:pt x="633728" y="202393"/>
                  </a:lnTo>
                  <a:cubicBezTo>
                    <a:pt x="633728" y="202393"/>
                    <a:pt x="637479" y="27694"/>
                    <a:pt x="637479" y="0"/>
                  </a:cubicBezTo>
                  <a:lnTo>
                    <a:pt x="520609" y="0"/>
                  </a:lnTo>
                  <a:cubicBezTo>
                    <a:pt x="520609" y="88112"/>
                    <a:pt x="519341" y="157119"/>
                    <a:pt x="516924" y="202393"/>
                  </a:cubicBezTo>
                  <a:lnTo>
                    <a:pt x="302050" y="202393"/>
                  </a:lnTo>
                  <a:lnTo>
                    <a:pt x="302050" y="304199"/>
                  </a:lnTo>
                  <a:lnTo>
                    <a:pt x="513074" y="304199"/>
                  </a:lnTo>
                  <a:cubicBezTo>
                    <a:pt x="508065" y="434969"/>
                    <a:pt x="471154" y="525769"/>
                    <a:pt x="314595" y="590206"/>
                  </a:cubicBezTo>
                  <a:close/>
                  <a:moveTo>
                    <a:pt x="283130" y="183466"/>
                  </a:moveTo>
                  <a:cubicBezTo>
                    <a:pt x="251982" y="128713"/>
                    <a:pt x="190966" y="41135"/>
                    <a:pt x="157292" y="3049"/>
                  </a:cubicBezTo>
                  <a:lnTo>
                    <a:pt x="64953" y="61029"/>
                  </a:lnTo>
                  <a:cubicBezTo>
                    <a:pt x="102302" y="108082"/>
                    <a:pt x="151298" y="186971"/>
                    <a:pt x="187029" y="246296"/>
                  </a:cubicBezTo>
                  <a:lnTo>
                    <a:pt x="283130" y="18346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AAB9FB52-FCA2-3F99-6E42-0A692BE3F54D}"/>
                </a:ext>
              </a:extLst>
            </p:cNvPr>
            <p:cNvSpPr/>
            <p:nvPr/>
          </p:nvSpPr>
          <p:spPr>
            <a:xfrm>
              <a:off x="8111796" y="1230368"/>
              <a:ext cx="375763" cy="432725"/>
            </a:xfrm>
            <a:custGeom>
              <a:avLst/>
              <a:gdLst>
                <a:gd name="connsiteX0" fmla="*/ 105528 w 375763"/>
                <a:gd name="connsiteY0" fmla="*/ 0 h 432725"/>
                <a:gd name="connsiteX1" fmla="*/ 0 w 375763"/>
                <a:gd name="connsiteY1" fmla="*/ 0 h 432725"/>
                <a:gd name="connsiteX2" fmla="*/ 0 w 375763"/>
                <a:gd name="connsiteY2" fmla="*/ 311918 h 432725"/>
                <a:gd name="connsiteX3" fmla="*/ 124339 w 375763"/>
                <a:gd name="connsiteY3" fmla="*/ 432726 h 432725"/>
                <a:gd name="connsiteX4" fmla="*/ 375764 w 375763"/>
                <a:gd name="connsiteY4" fmla="*/ 432189 h 432725"/>
                <a:gd name="connsiteX5" fmla="*/ 375764 w 375763"/>
                <a:gd name="connsiteY5" fmla="*/ 340503 h 432725"/>
                <a:gd name="connsiteX6" fmla="*/ 158287 w 375763"/>
                <a:gd name="connsiteY6" fmla="*/ 340503 h 432725"/>
                <a:gd name="connsiteX7" fmla="*/ 105528 w 375763"/>
                <a:gd name="connsiteY7" fmla="*/ 293095 h 432725"/>
                <a:gd name="connsiteX8" fmla="*/ 105528 w 375763"/>
                <a:gd name="connsiteY8" fmla="*/ 237960 h 432725"/>
                <a:gd name="connsiteX9" fmla="*/ 353114 w 375763"/>
                <a:gd name="connsiteY9" fmla="*/ 159527 h 432725"/>
                <a:gd name="connsiteX10" fmla="*/ 353114 w 375763"/>
                <a:gd name="connsiteY10" fmla="*/ 48043 h 432725"/>
                <a:gd name="connsiteX11" fmla="*/ 105528 w 375763"/>
                <a:gd name="connsiteY11" fmla="*/ 129519 h 432725"/>
                <a:gd name="connsiteX12" fmla="*/ 105528 w 375763"/>
                <a:gd name="connsiteY12" fmla="*/ 0 h 432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5763" h="432725">
                  <a:moveTo>
                    <a:pt x="105528" y="0"/>
                  </a:moveTo>
                  <a:lnTo>
                    <a:pt x="0" y="0"/>
                  </a:lnTo>
                  <a:lnTo>
                    <a:pt x="0" y="311918"/>
                  </a:lnTo>
                  <a:cubicBezTo>
                    <a:pt x="0" y="392409"/>
                    <a:pt x="41384" y="432726"/>
                    <a:pt x="124339" y="432726"/>
                  </a:cubicBezTo>
                  <a:cubicBezTo>
                    <a:pt x="124339" y="432726"/>
                    <a:pt x="362148" y="432189"/>
                    <a:pt x="375764" y="432189"/>
                  </a:cubicBezTo>
                  <a:lnTo>
                    <a:pt x="375764" y="340503"/>
                  </a:lnTo>
                  <a:lnTo>
                    <a:pt x="158287" y="340503"/>
                  </a:lnTo>
                  <a:cubicBezTo>
                    <a:pt x="120588" y="340503"/>
                    <a:pt x="103013" y="325794"/>
                    <a:pt x="105528" y="293095"/>
                  </a:cubicBezTo>
                  <a:lnTo>
                    <a:pt x="105528" y="237960"/>
                  </a:lnTo>
                  <a:cubicBezTo>
                    <a:pt x="105528" y="237960"/>
                    <a:pt x="296669" y="196363"/>
                    <a:pt x="353114" y="159527"/>
                  </a:cubicBezTo>
                  <a:lnTo>
                    <a:pt x="353114" y="48043"/>
                  </a:lnTo>
                  <a:cubicBezTo>
                    <a:pt x="272959" y="87572"/>
                    <a:pt x="105528" y="129519"/>
                    <a:pt x="105528" y="129519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A60EA818-DE3C-C030-D791-C5F44F9C95A7}"/>
                </a:ext>
              </a:extLst>
            </p:cNvPr>
            <p:cNvSpPr/>
            <p:nvPr/>
          </p:nvSpPr>
          <p:spPr>
            <a:xfrm>
              <a:off x="8111796" y="773926"/>
              <a:ext cx="367714" cy="418577"/>
            </a:xfrm>
            <a:custGeom>
              <a:avLst/>
              <a:gdLst>
                <a:gd name="connsiteX0" fmla="*/ 105528 w 367714"/>
                <a:gd name="connsiteY0" fmla="*/ 0 h 418577"/>
                <a:gd name="connsiteX1" fmla="*/ 0 w 367714"/>
                <a:gd name="connsiteY1" fmla="*/ 0 h 418577"/>
                <a:gd name="connsiteX2" fmla="*/ 0 w 367714"/>
                <a:gd name="connsiteY2" fmla="*/ 294263 h 418577"/>
                <a:gd name="connsiteX3" fmla="*/ 124339 w 367714"/>
                <a:gd name="connsiteY3" fmla="*/ 418577 h 418577"/>
                <a:gd name="connsiteX4" fmla="*/ 367714 w 367714"/>
                <a:gd name="connsiteY4" fmla="*/ 418577 h 418577"/>
                <a:gd name="connsiteX5" fmla="*/ 367714 w 367714"/>
                <a:gd name="connsiteY5" fmla="*/ 327344 h 418577"/>
                <a:gd name="connsiteX6" fmla="*/ 158287 w 367714"/>
                <a:gd name="connsiteY6" fmla="*/ 327344 h 418577"/>
                <a:gd name="connsiteX7" fmla="*/ 105528 w 367714"/>
                <a:gd name="connsiteY7" fmla="*/ 275363 h 418577"/>
                <a:gd name="connsiteX8" fmla="*/ 105528 w 367714"/>
                <a:gd name="connsiteY8" fmla="*/ 235117 h 418577"/>
                <a:gd name="connsiteX9" fmla="*/ 353114 w 367714"/>
                <a:gd name="connsiteY9" fmla="*/ 151476 h 418577"/>
                <a:gd name="connsiteX10" fmla="*/ 353114 w 367714"/>
                <a:gd name="connsiteY10" fmla="*/ 44462 h 418577"/>
                <a:gd name="connsiteX11" fmla="*/ 105528 w 367714"/>
                <a:gd name="connsiteY11" fmla="*/ 126121 h 418577"/>
                <a:gd name="connsiteX12" fmla="*/ 105528 w 367714"/>
                <a:gd name="connsiteY12" fmla="*/ 0 h 41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7714" h="418577">
                  <a:moveTo>
                    <a:pt x="105528" y="0"/>
                  </a:moveTo>
                  <a:lnTo>
                    <a:pt x="0" y="0"/>
                  </a:lnTo>
                  <a:lnTo>
                    <a:pt x="0" y="294263"/>
                  </a:lnTo>
                  <a:cubicBezTo>
                    <a:pt x="0" y="377169"/>
                    <a:pt x="41384" y="418577"/>
                    <a:pt x="124339" y="418577"/>
                  </a:cubicBezTo>
                  <a:lnTo>
                    <a:pt x="367714" y="418577"/>
                  </a:lnTo>
                  <a:lnTo>
                    <a:pt x="367714" y="327344"/>
                  </a:lnTo>
                  <a:lnTo>
                    <a:pt x="158287" y="327344"/>
                  </a:lnTo>
                  <a:cubicBezTo>
                    <a:pt x="120588" y="329860"/>
                    <a:pt x="103013" y="310576"/>
                    <a:pt x="105528" y="275363"/>
                  </a:cubicBezTo>
                  <a:lnTo>
                    <a:pt x="105528" y="235117"/>
                  </a:lnTo>
                  <a:cubicBezTo>
                    <a:pt x="105528" y="235117"/>
                    <a:pt x="278591" y="187962"/>
                    <a:pt x="353114" y="151476"/>
                  </a:cubicBezTo>
                  <a:lnTo>
                    <a:pt x="353114" y="44462"/>
                  </a:lnTo>
                  <a:cubicBezTo>
                    <a:pt x="220801" y="100764"/>
                    <a:pt x="105528" y="126121"/>
                    <a:pt x="105528" y="126121"/>
                  </a:cubicBezTo>
                  <a:lnTo>
                    <a:pt x="105528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8436E65E-7C5A-73F6-8BA4-FF398043467C}"/>
                </a:ext>
              </a:extLst>
            </p:cNvPr>
            <p:cNvSpPr/>
            <p:nvPr/>
          </p:nvSpPr>
          <p:spPr>
            <a:xfrm>
              <a:off x="7616275" y="771563"/>
              <a:ext cx="426356" cy="304199"/>
            </a:xfrm>
            <a:custGeom>
              <a:avLst/>
              <a:gdLst>
                <a:gd name="connsiteX0" fmla="*/ 269524 w 426356"/>
                <a:gd name="connsiteY0" fmla="*/ 153001 h 304199"/>
                <a:gd name="connsiteX1" fmla="*/ 313501 w 426356"/>
                <a:gd name="connsiteY1" fmla="*/ 212328 h 304199"/>
                <a:gd name="connsiteX2" fmla="*/ 137846 w 426356"/>
                <a:gd name="connsiteY2" fmla="*/ 212328 h 304199"/>
                <a:gd name="connsiteX3" fmla="*/ 296921 w 426356"/>
                <a:gd name="connsiteY3" fmla="*/ 0 h 304199"/>
                <a:gd name="connsiteX4" fmla="*/ 165057 w 426356"/>
                <a:gd name="connsiteY4" fmla="*/ 0 h 304199"/>
                <a:gd name="connsiteX5" fmla="*/ 0 w 426356"/>
                <a:gd name="connsiteY5" fmla="*/ 222008 h 304199"/>
                <a:gd name="connsiteX6" fmla="*/ 252 w 426356"/>
                <a:gd name="connsiteY6" fmla="*/ 304199 h 304199"/>
                <a:gd name="connsiteX7" fmla="*/ 426357 w 426356"/>
                <a:gd name="connsiteY7" fmla="*/ 304199 h 304199"/>
                <a:gd name="connsiteX8" fmla="*/ 426357 w 426356"/>
                <a:gd name="connsiteY8" fmla="*/ 240197 h 304199"/>
                <a:gd name="connsiteX9" fmla="*/ 396347 w 426356"/>
                <a:gd name="connsiteY9" fmla="*/ 170837 h 304199"/>
                <a:gd name="connsiteX10" fmla="*/ 327741 w 426356"/>
                <a:gd name="connsiteY10" fmla="*/ 76093 h 304199"/>
                <a:gd name="connsiteX11" fmla="*/ 269524 w 426356"/>
                <a:gd name="connsiteY11" fmla="*/ 153000 h 304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6356" h="304199">
                  <a:moveTo>
                    <a:pt x="269524" y="153001"/>
                  </a:moveTo>
                  <a:lnTo>
                    <a:pt x="313501" y="212328"/>
                  </a:lnTo>
                  <a:lnTo>
                    <a:pt x="137846" y="212328"/>
                  </a:lnTo>
                  <a:lnTo>
                    <a:pt x="296921" y="0"/>
                  </a:lnTo>
                  <a:lnTo>
                    <a:pt x="165057" y="0"/>
                  </a:lnTo>
                  <a:lnTo>
                    <a:pt x="0" y="222008"/>
                  </a:lnTo>
                  <a:lnTo>
                    <a:pt x="252" y="304199"/>
                  </a:lnTo>
                  <a:lnTo>
                    <a:pt x="426357" y="304199"/>
                  </a:lnTo>
                  <a:lnTo>
                    <a:pt x="426357" y="240197"/>
                  </a:lnTo>
                  <a:cubicBezTo>
                    <a:pt x="426357" y="209455"/>
                    <a:pt x="407185" y="185800"/>
                    <a:pt x="396347" y="170837"/>
                  </a:cubicBezTo>
                  <a:cubicBezTo>
                    <a:pt x="386416" y="157117"/>
                    <a:pt x="327741" y="76093"/>
                    <a:pt x="327741" y="76093"/>
                  </a:cubicBezTo>
                  <a:lnTo>
                    <a:pt x="269524" y="15300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9A08D71F-3E2E-C518-52C8-B1E0F73704B4}"/>
                </a:ext>
              </a:extLst>
            </p:cNvPr>
            <p:cNvSpPr/>
            <p:nvPr/>
          </p:nvSpPr>
          <p:spPr>
            <a:xfrm>
              <a:off x="7640565" y="1124721"/>
              <a:ext cx="400743" cy="539292"/>
            </a:xfrm>
            <a:custGeom>
              <a:avLst/>
              <a:gdLst>
                <a:gd name="connsiteX0" fmla="*/ 98015 w 400743"/>
                <a:gd name="connsiteY0" fmla="*/ 226302 h 539292"/>
                <a:gd name="connsiteX1" fmla="*/ 302761 w 400743"/>
                <a:gd name="connsiteY1" fmla="*/ 226302 h 539292"/>
                <a:gd name="connsiteX2" fmla="*/ 302761 w 400743"/>
                <a:gd name="connsiteY2" fmla="*/ 294164 h 539292"/>
                <a:gd name="connsiteX3" fmla="*/ 98015 w 400743"/>
                <a:gd name="connsiteY3" fmla="*/ 294164 h 539292"/>
                <a:gd name="connsiteX4" fmla="*/ 98015 w 400743"/>
                <a:gd name="connsiteY4" fmla="*/ 226302 h 539292"/>
                <a:gd name="connsiteX5" fmla="*/ 98015 w 400743"/>
                <a:gd name="connsiteY5" fmla="*/ 83005 h 539292"/>
                <a:gd name="connsiteX6" fmla="*/ 302761 w 400743"/>
                <a:gd name="connsiteY6" fmla="*/ 83005 h 539292"/>
                <a:gd name="connsiteX7" fmla="*/ 302761 w 400743"/>
                <a:gd name="connsiteY7" fmla="*/ 150845 h 539292"/>
                <a:gd name="connsiteX8" fmla="*/ 98015 w 400743"/>
                <a:gd name="connsiteY8" fmla="*/ 150845 h 539292"/>
                <a:gd name="connsiteX9" fmla="*/ 98015 w 400743"/>
                <a:gd name="connsiteY9" fmla="*/ 83005 h 539292"/>
                <a:gd name="connsiteX10" fmla="*/ 0 w 400743"/>
                <a:gd name="connsiteY10" fmla="*/ 539292 h 539292"/>
                <a:gd name="connsiteX11" fmla="*/ 98015 w 400743"/>
                <a:gd name="connsiteY11" fmla="*/ 539292 h 539292"/>
                <a:gd name="connsiteX12" fmla="*/ 98015 w 400743"/>
                <a:gd name="connsiteY12" fmla="*/ 369621 h 539292"/>
                <a:gd name="connsiteX13" fmla="*/ 302684 w 400743"/>
                <a:gd name="connsiteY13" fmla="*/ 369621 h 539292"/>
                <a:gd name="connsiteX14" fmla="*/ 302684 w 400743"/>
                <a:gd name="connsiteY14" fmla="*/ 420717 h 539292"/>
                <a:gd name="connsiteX15" fmla="*/ 261300 w 400743"/>
                <a:gd name="connsiteY15" fmla="*/ 450922 h 539292"/>
                <a:gd name="connsiteX16" fmla="*/ 178246 w 400743"/>
                <a:gd name="connsiteY16" fmla="*/ 450922 h 539292"/>
                <a:gd name="connsiteX17" fmla="*/ 197167 w 400743"/>
                <a:gd name="connsiteY17" fmla="*/ 538931 h 539292"/>
                <a:gd name="connsiteX18" fmla="*/ 306523 w 400743"/>
                <a:gd name="connsiteY18" fmla="*/ 538931 h 539292"/>
                <a:gd name="connsiteX19" fmla="*/ 400743 w 400743"/>
                <a:gd name="connsiteY19" fmla="*/ 439639 h 539292"/>
                <a:gd name="connsiteX20" fmla="*/ 400743 w 400743"/>
                <a:gd name="connsiteY20" fmla="*/ 0 h 539292"/>
                <a:gd name="connsiteX21" fmla="*/ 0 w 400743"/>
                <a:gd name="connsiteY21" fmla="*/ 0 h 539292"/>
                <a:gd name="connsiteX22" fmla="*/ 0 w 400743"/>
                <a:gd name="connsiteY22" fmla="*/ 539292 h 539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0743" h="539292">
                  <a:moveTo>
                    <a:pt x="98015" y="226302"/>
                  </a:moveTo>
                  <a:lnTo>
                    <a:pt x="302761" y="226302"/>
                  </a:lnTo>
                  <a:lnTo>
                    <a:pt x="302761" y="294164"/>
                  </a:lnTo>
                  <a:lnTo>
                    <a:pt x="98015" y="294164"/>
                  </a:lnTo>
                  <a:lnTo>
                    <a:pt x="98015" y="226302"/>
                  </a:lnTo>
                  <a:close/>
                  <a:moveTo>
                    <a:pt x="98015" y="83005"/>
                  </a:moveTo>
                  <a:lnTo>
                    <a:pt x="302761" y="83005"/>
                  </a:lnTo>
                  <a:lnTo>
                    <a:pt x="302761" y="150845"/>
                  </a:lnTo>
                  <a:lnTo>
                    <a:pt x="98015" y="150845"/>
                  </a:lnTo>
                  <a:lnTo>
                    <a:pt x="98015" y="83005"/>
                  </a:lnTo>
                  <a:close/>
                  <a:moveTo>
                    <a:pt x="0" y="539292"/>
                  </a:moveTo>
                  <a:lnTo>
                    <a:pt x="98015" y="539292"/>
                  </a:lnTo>
                  <a:lnTo>
                    <a:pt x="98015" y="369621"/>
                  </a:lnTo>
                  <a:lnTo>
                    <a:pt x="302684" y="369621"/>
                  </a:lnTo>
                  <a:lnTo>
                    <a:pt x="302684" y="420717"/>
                  </a:lnTo>
                  <a:cubicBezTo>
                    <a:pt x="302684" y="440536"/>
                    <a:pt x="291485" y="450922"/>
                    <a:pt x="261300" y="450922"/>
                  </a:cubicBezTo>
                  <a:lnTo>
                    <a:pt x="178246" y="450922"/>
                  </a:lnTo>
                  <a:lnTo>
                    <a:pt x="197167" y="538931"/>
                  </a:lnTo>
                  <a:lnTo>
                    <a:pt x="306523" y="538931"/>
                  </a:lnTo>
                  <a:cubicBezTo>
                    <a:pt x="371826" y="536447"/>
                    <a:pt x="400743" y="502478"/>
                    <a:pt x="400743" y="439639"/>
                  </a:cubicBezTo>
                  <a:lnTo>
                    <a:pt x="400743" y="0"/>
                  </a:lnTo>
                  <a:lnTo>
                    <a:pt x="0" y="0"/>
                  </a:lnTo>
                  <a:lnTo>
                    <a:pt x="0" y="539292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0A98A03B-8614-CF0B-0B06-707A2E433A54}"/>
                </a:ext>
              </a:extLst>
            </p:cNvPr>
            <p:cNvSpPr/>
            <p:nvPr/>
          </p:nvSpPr>
          <p:spPr>
            <a:xfrm>
              <a:off x="6591624" y="789780"/>
              <a:ext cx="203783" cy="205797"/>
            </a:xfrm>
            <a:custGeom>
              <a:avLst/>
              <a:gdLst>
                <a:gd name="connsiteX0" fmla="*/ 203784 w 203783"/>
                <a:gd name="connsiteY0" fmla="*/ 117151 h 205797"/>
                <a:gd name="connsiteX1" fmla="*/ 57330 w 203783"/>
                <a:gd name="connsiteY1" fmla="*/ 0 h 205797"/>
                <a:gd name="connsiteX2" fmla="*/ 0 w 203783"/>
                <a:gd name="connsiteY2" fmla="*/ 90170 h 205797"/>
                <a:gd name="connsiteX3" fmla="*/ 143402 w 203783"/>
                <a:gd name="connsiteY3" fmla="*/ 205798 h 20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783" h="205797">
                  <a:moveTo>
                    <a:pt x="203784" y="117151"/>
                  </a:moveTo>
                  <a:lnTo>
                    <a:pt x="57330" y="0"/>
                  </a:lnTo>
                  <a:lnTo>
                    <a:pt x="0" y="90170"/>
                  </a:lnTo>
                  <a:lnTo>
                    <a:pt x="143402" y="20579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725FDE6F-91BB-B030-B928-F5B0C26D6542}"/>
                </a:ext>
              </a:extLst>
            </p:cNvPr>
            <p:cNvSpPr/>
            <p:nvPr/>
          </p:nvSpPr>
          <p:spPr>
            <a:xfrm>
              <a:off x="6566437" y="1007239"/>
              <a:ext cx="236287" cy="227572"/>
            </a:xfrm>
            <a:custGeom>
              <a:avLst/>
              <a:gdLst>
                <a:gd name="connsiteX0" fmla="*/ 0 w 236287"/>
                <a:gd name="connsiteY0" fmla="*/ 83006 h 227572"/>
                <a:gd name="connsiteX1" fmla="*/ 182031 w 236287"/>
                <a:gd name="connsiteY1" fmla="*/ 227572 h 227572"/>
                <a:gd name="connsiteX2" fmla="*/ 236288 w 236287"/>
                <a:gd name="connsiteY2" fmla="*/ 144490 h 227572"/>
                <a:gd name="connsiteX3" fmla="*/ 56871 w 236287"/>
                <a:gd name="connsiteY3" fmla="*/ 0 h 227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287" h="227572">
                  <a:moveTo>
                    <a:pt x="0" y="83006"/>
                  </a:moveTo>
                  <a:lnTo>
                    <a:pt x="182031" y="227572"/>
                  </a:lnTo>
                  <a:lnTo>
                    <a:pt x="236288" y="144490"/>
                  </a:lnTo>
                  <a:lnTo>
                    <a:pt x="56871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C7837953-B505-ED76-BD9A-1ADC6C0C0F48}"/>
                </a:ext>
              </a:extLst>
            </p:cNvPr>
            <p:cNvSpPr/>
            <p:nvPr/>
          </p:nvSpPr>
          <p:spPr>
            <a:xfrm>
              <a:off x="6559831" y="1260442"/>
              <a:ext cx="211308" cy="381038"/>
            </a:xfrm>
            <a:custGeom>
              <a:avLst/>
              <a:gdLst>
                <a:gd name="connsiteX0" fmla="*/ 0 w 211308"/>
                <a:gd name="connsiteY0" fmla="*/ 353416 h 381038"/>
                <a:gd name="connsiteX1" fmla="*/ 115984 w 211308"/>
                <a:gd name="connsiteY1" fmla="*/ 381038 h 381038"/>
                <a:gd name="connsiteX2" fmla="*/ 211309 w 211308"/>
                <a:gd name="connsiteY2" fmla="*/ 21428 h 381038"/>
                <a:gd name="connsiteX3" fmla="*/ 102204 w 211308"/>
                <a:gd name="connsiteY3" fmla="*/ 0 h 381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308" h="381038">
                  <a:moveTo>
                    <a:pt x="0" y="353416"/>
                  </a:moveTo>
                  <a:lnTo>
                    <a:pt x="115984" y="381038"/>
                  </a:lnTo>
                  <a:lnTo>
                    <a:pt x="211309" y="21428"/>
                  </a:lnTo>
                  <a:lnTo>
                    <a:pt x="102204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536DBFAB-1718-763D-7976-4567DA3F1734}"/>
                </a:ext>
              </a:extLst>
            </p:cNvPr>
            <p:cNvSpPr/>
            <p:nvPr/>
          </p:nvSpPr>
          <p:spPr>
            <a:xfrm>
              <a:off x="6772430" y="771513"/>
              <a:ext cx="730212" cy="892714"/>
            </a:xfrm>
            <a:custGeom>
              <a:avLst/>
              <a:gdLst>
                <a:gd name="connsiteX0" fmla="*/ 545064 w 730212"/>
                <a:gd name="connsiteY0" fmla="*/ 672149 h 892714"/>
                <a:gd name="connsiteX1" fmla="*/ 446174 w 730212"/>
                <a:gd name="connsiteY1" fmla="*/ 672149 h 892714"/>
                <a:gd name="connsiteX2" fmla="*/ 400208 w 730212"/>
                <a:gd name="connsiteY2" fmla="*/ 539752 h 892714"/>
                <a:gd name="connsiteX3" fmla="*/ 548367 w 730212"/>
                <a:gd name="connsiteY3" fmla="*/ 539752 h 892714"/>
                <a:gd name="connsiteX4" fmla="*/ 545064 w 730212"/>
                <a:gd name="connsiteY4" fmla="*/ 672149 h 892714"/>
                <a:gd name="connsiteX5" fmla="*/ 194006 w 730212"/>
                <a:gd name="connsiteY5" fmla="*/ 672149 h 892714"/>
                <a:gd name="connsiteX6" fmla="*/ 206660 w 730212"/>
                <a:gd name="connsiteY6" fmla="*/ 539752 h 892714"/>
                <a:gd name="connsiteX7" fmla="*/ 298299 w 730212"/>
                <a:gd name="connsiteY7" fmla="*/ 539752 h 892714"/>
                <a:gd name="connsiteX8" fmla="*/ 344146 w 730212"/>
                <a:gd name="connsiteY8" fmla="*/ 672149 h 892714"/>
                <a:gd name="connsiteX9" fmla="*/ 194017 w 730212"/>
                <a:gd name="connsiteY9" fmla="*/ 672149 h 892714"/>
                <a:gd name="connsiteX10" fmla="*/ 228949 w 730212"/>
                <a:gd name="connsiteY10" fmla="*/ 320790 h 892714"/>
                <a:gd name="connsiteX11" fmla="*/ 312178 w 730212"/>
                <a:gd name="connsiteY11" fmla="*/ 320867 h 892714"/>
                <a:gd name="connsiteX12" fmla="*/ 354459 w 730212"/>
                <a:gd name="connsiteY12" fmla="*/ 441423 h 892714"/>
                <a:gd name="connsiteX13" fmla="*/ 214983 w 730212"/>
                <a:gd name="connsiteY13" fmla="*/ 441423 h 892714"/>
                <a:gd name="connsiteX14" fmla="*/ 228949 w 730212"/>
                <a:gd name="connsiteY14" fmla="*/ 320791 h 892714"/>
                <a:gd name="connsiteX15" fmla="*/ 553846 w 730212"/>
                <a:gd name="connsiteY15" fmla="*/ 320790 h 892714"/>
                <a:gd name="connsiteX16" fmla="*/ 550883 w 730212"/>
                <a:gd name="connsiteY16" fmla="*/ 441423 h 892714"/>
                <a:gd name="connsiteX17" fmla="*/ 546235 w 730212"/>
                <a:gd name="connsiteY17" fmla="*/ 441423 h 892714"/>
                <a:gd name="connsiteX18" fmla="*/ 546235 w 730212"/>
                <a:gd name="connsiteY18" fmla="*/ 441423 h 892714"/>
                <a:gd name="connsiteX19" fmla="*/ 456378 w 730212"/>
                <a:gd name="connsiteY19" fmla="*/ 441423 h 892714"/>
                <a:gd name="connsiteX20" fmla="*/ 414097 w 730212"/>
                <a:gd name="connsiteY20" fmla="*/ 320790 h 892714"/>
                <a:gd name="connsiteX21" fmla="*/ 553857 w 730212"/>
                <a:gd name="connsiteY21" fmla="*/ 320790 h 892714"/>
                <a:gd name="connsiteX22" fmla="*/ 730212 w 730212"/>
                <a:gd name="connsiteY22" fmla="*/ 539216 h 892714"/>
                <a:gd name="connsiteX23" fmla="*/ 730212 w 730212"/>
                <a:gd name="connsiteY23" fmla="*/ 441423 h 892714"/>
                <a:gd name="connsiteX24" fmla="*/ 653360 w 730212"/>
                <a:gd name="connsiteY24" fmla="*/ 441423 h 892714"/>
                <a:gd name="connsiteX25" fmla="*/ 658358 w 730212"/>
                <a:gd name="connsiteY25" fmla="*/ 230265 h 892714"/>
                <a:gd name="connsiteX26" fmla="*/ 143151 w 730212"/>
                <a:gd name="connsiteY26" fmla="*/ 229350 h 892714"/>
                <a:gd name="connsiteX27" fmla="*/ 178630 w 730212"/>
                <a:gd name="connsiteY27" fmla="*/ 172794 h 892714"/>
                <a:gd name="connsiteX28" fmla="*/ 709246 w 730212"/>
                <a:gd name="connsiteY28" fmla="*/ 172794 h 892714"/>
                <a:gd name="connsiteX29" fmla="*/ 709246 w 730212"/>
                <a:gd name="connsiteY29" fmla="*/ 85951 h 892714"/>
                <a:gd name="connsiteX30" fmla="*/ 228873 w 730212"/>
                <a:gd name="connsiteY30" fmla="*/ 85951 h 892714"/>
                <a:gd name="connsiteX31" fmla="*/ 273309 w 730212"/>
                <a:gd name="connsiteY31" fmla="*/ 0 h 892714"/>
                <a:gd name="connsiteX32" fmla="*/ 147164 w 730212"/>
                <a:gd name="connsiteY32" fmla="*/ 0 h 892714"/>
                <a:gd name="connsiteX33" fmla="*/ 0 w 730212"/>
                <a:gd name="connsiteY33" fmla="*/ 249523 h 892714"/>
                <a:gd name="connsiteX34" fmla="*/ 85996 w 730212"/>
                <a:gd name="connsiteY34" fmla="*/ 318910 h 892714"/>
                <a:gd name="connsiteX35" fmla="*/ 129261 w 730212"/>
                <a:gd name="connsiteY35" fmla="*/ 255545 h 892714"/>
                <a:gd name="connsiteX36" fmla="*/ 111259 w 730212"/>
                <a:gd name="connsiteY36" fmla="*/ 441423 h 892714"/>
                <a:gd name="connsiteX37" fmla="*/ 38694 w 730212"/>
                <a:gd name="connsiteY37" fmla="*/ 441423 h 892714"/>
                <a:gd name="connsiteX38" fmla="*/ 26336 w 730212"/>
                <a:gd name="connsiteY38" fmla="*/ 539216 h 892714"/>
                <a:gd name="connsiteX39" fmla="*/ 101132 w 730212"/>
                <a:gd name="connsiteY39" fmla="*/ 539752 h 892714"/>
                <a:gd name="connsiteX40" fmla="*/ 77497 w 730212"/>
                <a:gd name="connsiteY40" fmla="*/ 767140 h 892714"/>
                <a:gd name="connsiteX41" fmla="*/ 543369 w 730212"/>
                <a:gd name="connsiteY41" fmla="*/ 767140 h 892714"/>
                <a:gd name="connsiteX42" fmla="*/ 464351 w 730212"/>
                <a:gd name="connsiteY42" fmla="*/ 806045 h 892714"/>
                <a:gd name="connsiteX43" fmla="*/ 309925 w 730212"/>
                <a:gd name="connsiteY43" fmla="*/ 806045 h 892714"/>
                <a:gd name="connsiteX44" fmla="*/ 340471 w 730212"/>
                <a:gd name="connsiteY44" fmla="*/ 892632 h 892714"/>
                <a:gd name="connsiteX45" fmla="*/ 498824 w 730212"/>
                <a:gd name="connsiteY45" fmla="*/ 892632 h 892714"/>
                <a:gd name="connsiteX46" fmla="*/ 648886 w 730212"/>
                <a:gd name="connsiteY46" fmla="*/ 767140 h 892714"/>
                <a:gd name="connsiteX47" fmla="*/ 709246 w 730212"/>
                <a:gd name="connsiteY47" fmla="*/ 767140 h 892714"/>
                <a:gd name="connsiteX48" fmla="*/ 709246 w 730212"/>
                <a:gd name="connsiteY48" fmla="*/ 673035 h 892714"/>
                <a:gd name="connsiteX49" fmla="*/ 647618 w 730212"/>
                <a:gd name="connsiteY49" fmla="*/ 673035 h 892714"/>
                <a:gd name="connsiteX50" fmla="*/ 650943 w 730212"/>
                <a:gd name="connsiteY50" fmla="*/ 539752 h 892714"/>
                <a:gd name="connsiteX51" fmla="*/ 730212 w 730212"/>
                <a:gd name="connsiteY51" fmla="*/ 539216 h 89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30212" h="892714">
                  <a:moveTo>
                    <a:pt x="545064" y="672149"/>
                  </a:moveTo>
                  <a:lnTo>
                    <a:pt x="446174" y="672149"/>
                  </a:lnTo>
                  <a:cubicBezTo>
                    <a:pt x="446174" y="672149"/>
                    <a:pt x="425581" y="584030"/>
                    <a:pt x="400208" y="539752"/>
                  </a:cubicBezTo>
                  <a:lnTo>
                    <a:pt x="548367" y="539752"/>
                  </a:lnTo>
                  <a:lnTo>
                    <a:pt x="545064" y="672149"/>
                  </a:lnTo>
                  <a:close/>
                  <a:moveTo>
                    <a:pt x="194006" y="672149"/>
                  </a:moveTo>
                  <a:lnTo>
                    <a:pt x="206660" y="539752"/>
                  </a:lnTo>
                  <a:lnTo>
                    <a:pt x="298299" y="539752"/>
                  </a:lnTo>
                  <a:cubicBezTo>
                    <a:pt x="323815" y="580167"/>
                    <a:pt x="344146" y="672149"/>
                    <a:pt x="344146" y="672149"/>
                  </a:cubicBezTo>
                  <a:lnTo>
                    <a:pt x="194017" y="672149"/>
                  </a:lnTo>
                  <a:close/>
                  <a:moveTo>
                    <a:pt x="228949" y="320790"/>
                  </a:moveTo>
                  <a:cubicBezTo>
                    <a:pt x="228949" y="320790"/>
                    <a:pt x="283414" y="320867"/>
                    <a:pt x="312178" y="320867"/>
                  </a:cubicBezTo>
                  <a:cubicBezTo>
                    <a:pt x="337070" y="356463"/>
                    <a:pt x="354459" y="441423"/>
                    <a:pt x="354459" y="441423"/>
                  </a:cubicBezTo>
                  <a:lnTo>
                    <a:pt x="214983" y="441423"/>
                  </a:lnTo>
                  <a:lnTo>
                    <a:pt x="228949" y="320791"/>
                  </a:lnTo>
                  <a:close/>
                  <a:moveTo>
                    <a:pt x="553846" y="320790"/>
                  </a:moveTo>
                  <a:lnTo>
                    <a:pt x="550883" y="441423"/>
                  </a:lnTo>
                  <a:lnTo>
                    <a:pt x="546235" y="441423"/>
                  </a:lnTo>
                  <a:lnTo>
                    <a:pt x="546235" y="441423"/>
                  </a:lnTo>
                  <a:lnTo>
                    <a:pt x="456378" y="441423"/>
                  </a:lnTo>
                  <a:cubicBezTo>
                    <a:pt x="456378" y="441423"/>
                    <a:pt x="435150" y="358341"/>
                    <a:pt x="414097" y="320790"/>
                  </a:cubicBezTo>
                  <a:lnTo>
                    <a:pt x="553857" y="320790"/>
                  </a:lnTo>
                  <a:close/>
                  <a:moveTo>
                    <a:pt x="730212" y="539216"/>
                  </a:moveTo>
                  <a:lnTo>
                    <a:pt x="730212" y="441423"/>
                  </a:lnTo>
                  <a:lnTo>
                    <a:pt x="653360" y="441423"/>
                  </a:lnTo>
                  <a:lnTo>
                    <a:pt x="658358" y="230265"/>
                  </a:lnTo>
                  <a:lnTo>
                    <a:pt x="143151" y="229350"/>
                  </a:lnTo>
                  <a:cubicBezTo>
                    <a:pt x="154175" y="213597"/>
                    <a:pt x="167966" y="190553"/>
                    <a:pt x="178630" y="172794"/>
                  </a:cubicBezTo>
                  <a:lnTo>
                    <a:pt x="709246" y="172794"/>
                  </a:lnTo>
                  <a:lnTo>
                    <a:pt x="709246" y="85951"/>
                  </a:lnTo>
                  <a:lnTo>
                    <a:pt x="228873" y="85951"/>
                  </a:lnTo>
                  <a:cubicBezTo>
                    <a:pt x="244184" y="57013"/>
                    <a:pt x="258883" y="28506"/>
                    <a:pt x="273309" y="0"/>
                  </a:cubicBezTo>
                  <a:lnTo>
                    <a:pt x="147164" y="0"/>
                  </a:lnTo>
                  <a:cubicBezTo>
                    <a:pt x="91026" y="112832"/>
                    <a:pt x="0" y="249523"/>
                    <a:pt x="0" y="249523"/>
                  </a:cubicBezTo>
                  <a:lnTo>
                    <a:pt x="85996" y="318910"/>
                  </a:lnTo>
                  <a:cubicBezTo>
                    <a:pt x="98266" y="301608"/>
                    <a:pt x="114672" y="276607"/>
                    <a:pt x="129261" y="255545"/>
                  </a:cubicBezTo>
                  <a:lnTo>
                    <a:pt x="111259" y="441423"/>
                  </a:lnTo>
                  <a:lnTo>
                    <a:pt x="38694" y="441423"/>
                  </a:lnTo>
                  <a:lnTo>
                    <a:pt x="26336" y="539216"/>
                  </a:lnTo>
                  <a:lnTo>
                    <a:pt x="101132" y="539752"/>
                  </a:lnTo>
                  <a:lnTo>
                    <a:pt x="77497" y="767140"/>
                  </a:lnTo>
                  <a:lnTo>
                    <a:pt x="543369" y="767140"/>
                  </a:lnTo>
                  <a:cubicBezTo>
                    <a:pt x="538338" y="789553"/>
                    <a:pt x="517646" y="806045"/>
                    <a:pt x="464351" y="806045"/>
                  </a:cubicBezTo>
                  <a:lnTo>
                    <a:pt x="309925" y="806045"/>
                  </a:lnTo>
                  <a:lnTo>
                    <a:pt x="340471" y="892632"/>
                  </a:lnTo>
                  <a:lnTo>
                    <a:pt x="498824" y="892632"/>
                  </a:lnTo>
                  <a:cubicBezTo>
                    <a:pt x="594247" y="895040"/>
                    <a:pt x="643757" y="844863"/>
                    <a:pt x="648886" y="767140"/>
                  </a:cubicBezTo>
                  <a:lnTo>
                    <a:pt x="709246" y="767140"/>
                  </a:lnTo>
                  <a:lnTo>
                    <a:pt x="709246" y="673035"/>
                  </a:lnTo>
                  <a:lnTo>
                    <a:pt x="647618" y="673035"/>
                  </a:lnTo>
                  <a:lnTo>
                    <a:pt x="650943" y="539752"/>
                  </a:lnTo>
                  <a:lnTo>
                    <a:pt x="730212" y="539216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892204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功能描述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58392" y="2272149"/>
            <a:ext cx="5733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This API/endpoint r</a:t>
            </a:r>
            <a:r>
              <a:rPr lang="en-US" b="1" dirty="0" smtClean="0"/>
              <a:t>eturns </a:t>
            </a:r>
            <a:r>
              <a:rPr lang="en-US" b="1" dirty="0"/>
              <a:t>/ </a:t>
            </a:r>
            <a:r>
              <a:rPr lang="en-US" b="1" dirty="0" smtClean="0"/>
              <a:t>fetches </a:t>
            </a:r>
            <a:r>
              <a:rPr lang="en-US" b="1" dirty="0"/>
              <a:t>/ </a:t>
            </a:r>
            <a:r>
              <a:rPr lang="en-US" b="1" dirty="0" smtClean="0"/>
              <a:t>retrieves...</a:t>
            </a:r>
            <a:endParaRPr 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35" y="1269188"/>
            <a:ext cx="5391848" cy="22366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5" y="3740170"/>
            <a:ext cx="7044973" cy="25828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矩形 10"/>
          <p:cNvSpPr/>
          <p:nvPr/>
        </p:nvSpPr>
        <p:spPr>
          <a:xfrm>
            <a:off x="6458392" y="1668454"/>
            <a:ext cx="5733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95B41E"/>
                </a:solidFill>
              </a:rPr>
              <a:t>This API/endpoint + </a:t>
            </a:r>
            <a:r>
              <a:rPr lang="zh-CN" altLang="en-US" b="1" dirty="0" smtClean="0">
                <a:solidFill>
                  <a:srgbClr val="95B41E"/>
                </a:solidFill>
              </a:rPr>
              <a:t>方法名或函数动词</a:t>
            </a:r>
            <a:endParaRPr lang="en-US" b="1" dirty="0">
              <a:solidFill>
                <a:srgbClr val="95B41E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71500" y="2769577"/>
            <a:ext cx="800100" cy="369277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圆角矩形 12"/>
          <p:cNvSpPr/>
          <p:nvPr/>
        </p:nvSpPr>
        <p:spPr>
          <a:xfrm>
            <a:off x="571499" y="5128847"/>
            <a:ext cx="1107831" cy="369277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4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1911"/>
          <a:stretch/>
        </p:blipFill>
        <p:spPr>
          <a:xfrm>
            <a:off x="519097" y="5181368"/>
            <a:ext cx="7726694" cy="15743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97" y="862867"/>
            <a:ext cx="7726694" cy="43185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参数请求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45791" y="2641481"/>
            <a:ext cx="41462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If specified / true, … should/must </a:t>
            </a:r>
          </a:p>
          <a:p>
            <a:endParaRPr lang="en-US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When set to…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435469" y="2160604"/>
            <a:ext cx="1213338" cy="369277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圆角矩形 12"/>
          <p:cNvSpPr/>
          <p:nvPr/>
        </p:nvSpPr>
        <p:spPr>
          <a:xfrm>
            <a:off x="3042139" y="4812091"/>
            <a:ext cx="430824" cy="369277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圆角矩形 13"/>
          <p:cNvSpPr/>
          <p:nvPr/>
        </p:nvSpPr>
        <p:spPr>
          <a:xfrm>
            <a:off x="3042138" y="3827618"/>
            <a:ext cx="430824" cy="369277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圆角矩形 15"/>
          <p:cNvSpPr/>
          <p:nvPr/>
        </p:nvSpPr>
        <p:spPr>
          <a:xfrm>
            <a:off x="3042137" y="6115050"/>
            <a:ext cx="801893" cy="234911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圆角矩形 16"/>
          <p:cNvSpPr/>
          <p:nvPr/>
        </p:nvSpPr>
        <p:spPr>
          <a:xfrm>
            <a:off x="5142400" y="5930930"/>
            <a:ext cx="801893" cy="234911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5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96" y="1831831"/>
            <a:ext cx="9805065" cy="24903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响应</a:t>
            </a:r>
          </a:p>
        </p:txBody>
      </p:sp>
      <p:sp>
        <p:nvSpPr>
          <p:cNvPr id="4" name="矩形 3"/>
          <p:cNvSpPr/>
          <p:nvPr/>
        </p:nvSpPr>
        <p:spPr>
          <a:xfrm>
            <a:off x="3915217" y="4750289"/>
            <a:ext cx="5733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On success / In case of an error, the API returns…</a:t>
            </a:r>
            <a:endParaRPr lang="en-US" b="1" dirty="0"/>
          </a:p>
        </p:txBody>
      </p:sp>
      <p:sp>
        <p:nvSpPr>
          <p:cNvPr id="12" name="圆角矩形 11"/>
          <p:cNvSpPr/>
          <p:nvPr/>
        </p:nvSpPr>
        <p:spPr>
          <a:xfrm>
            <a:off x="5962649" y="2245702"/>
            <a:ext cx="2390775" cy="369277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圆角矩形 12"/>
          <p:cNvSpPr/>
          <p:nvPr/>
        </p:nvSpPr>
        <p:spPr>
          <a:xfrm>
            <a:off x="9944100" y="3076991"/>
            <a:ext cx="1009361" cy="313909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1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05" y="1369831"/>
            <a:ext cx="10221072" cy="34143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3A80FA-077F-0491-A800-A9207979358B}"/>
              </a:ext>
            </a:extLst>
          </p:cNvPr>
          <p:cNvSpPr txBox="1"/>
          <p:nvPr/>
        </p:nvSpPr>
        <p:spPr>
          <a:xfrm>
            <a:off x="861612" y="401202"/>
            <a:ext cx="782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 smtClean="0">
                <a:solidFill>
                  <a:srgbClr val="0B308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调用与回调</a:t>
            </a:r>
            <a:endParaRPr lang="zh-CN" altLang="en-US" sz="2400" b="1" spc="300" dirty="0">
              <a:solidFill>
                <a:srgbClr val="0B308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634937" y="5106449"/>
            <a:ext cx="5733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</a:t>
            </a:r>
            <a:r>
              <a:rPr lang="en-US" b="1" dirty="0" smtClean="0"/>
              <a:t>ake / invoke / a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call … method /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</a:t>
            </a:r>
            <a:r>
              <a:rPr lang="en-US" b="1" dirty="0" smtClean="0"/>
              <a:t>end / provide a callback</a:t>
            </a:r>
            <a:endParaRPr lang="en-US" b="1" dirty="0"/>
          </a:p>
        </p:txBody>
      </p:sp>
      <p:sp>
        <p:nvSpPr>
          <p:cNvPr id="12" name="圆角矩形 11"/>
          <p:cNvSpPr/>
          <p:nvPr/>
        </p:nvSpPr>
        <p:spPr>
          <a:xfrm>
            <a:off x="6296024" y="2388577"/>
            <a:ext cx="1009651" cy="369277"/>
          </a:xfrm>
          <a:prstGeom prst="roundRect">
            <a:avLst/>
          </a:prstGeom>
          <a:noFill/>
          <a:ln w="28575">
            <a:solidFill>
              <a:srgbClr val="95B4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4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045E2F7-A10A-F78E-917D-E94CDFE070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E78015D-E04D-D42B-B53B-D47CC9F52D96}"/>
              </a:ext>
            </a:extLst>
          </p:cNvPr>
          <p:cNvGrpSpPr/>
          <p:nvPr/>
        </p:nvGrpSpPr>
        <p:grpSpPr>
          <a:xfrm>
            <a:off x="-5506452" y="4457464"/>
            <a:ext cx="23204904" cy="23872894"/>
            <a:chOff x="-5506452" y="4457464"/>
            <a:chExt cx="23204904" cy="2387289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930A046-8581-A529-F6DF-0B1DF7A397F6}"/>
                </a:ext>
              </a:extLst>
            </p:cNvPr>
            <p:cNvSpPr/>
            <p:nvPr/>
          </p:nvSpPr>
          <p:spPr>
            <a:xfrm>
              <a:off x="-5506452" y="5125454"/>
              <a:ext cx="23204904" cy="23204904"/>
            </a:xfrm>
            <a:prstGeom prst="ellipse">
              <a:avLst/>
            </a:prstGeom>
            <a:solidFill>
              <a:srgbClr val="6492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D4BDC29-FA05-8667-2FEC-2226F2994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"/>
            </a:blip>
            <a:stretch>
              <a:fillRect/>
            </a:stretch>
          </p:blipFill>
          <p:spPr>
            <a:xfrm>
              <a:off x="-600" y="4457464"/>
              <a:ext cx="12193200" cy="2400536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D85F7FF-782F-FA38-5F05-17C08798D609}"/>
              </a:ext>
            </a:extLst>
          </p:cNvPr>
          <p:cNvGrpSpPr/>
          <p:nvPr/>
        </p:nvGrpSpPr>
        <p:grpSpPr>
          <a:xfrm>
            <a:off x="-5506452" y="4979048"/>
            <a:ext cx="23204904" cy="23351310"/>
            <a:chOff x="-5506452" y="4979048"/>
            <a:chExt cx="23204904" cy="2335131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35F79A3-3EDD-FDD3-A6B8-866851C36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00" y="4979048"/>
              <a:ext cx="12193200" cy="1878952"/>
            </a:xfrm>
            <a:prstGeom prst="rect">
              <a:avLst/>
            </a:prstGeom>
          </p:spPr>
        </p:pic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416CD42-71A3-7F37-A483-52EB110A701F}"/>
                </a:ext>
              </a:extLst>
            </p:cNvPr>
            <p:cNvSpPr/>
            <p:nvPr/>
          </p:nvSpPr>
          <p:spPr>
            <a:xfrm>
              <a:off x="-5506452" y="5125454"/>
              <a:ext cx="23204904" cy="23204904"/>
            </a:xfrm>
            <a:prstGeom prst="ellipse">
              <a:avLst/>
            </a:prstGeom>
            <a:solidFill>
              <a:srgbClr val="6492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89AC59C0-35D0-F75E-7318-87EC298D6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2998053"/>
            <a:ext cx="4686300" cy="86189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A10C41C-772C-2314-4174-F4E7CB993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67819" y="858317"/>
            <a:ext cx="2256363" cy="53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4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00000">
                                      <p:cBhvr>
                                        <p:cTn id="6" dur="5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00000">
                                      <p:cBhvr>
                                        <p:cTn id="8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Hytera品牌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A308D"/>
      </a:accent1>
      <a:accent2>
        <a:srgbClr val="6392D3"/>
      </a:accent2>
      <a:accent3>
        <a:srgbClr val="404040"/>
      </a:accent3>
      <a:accent4>
        <a:srgbClr val="95B41E"/>
      </a:accent4>
      <a:accent5>
        <a:srgbClr val="FF8124"/>
      </a:accent5>
      <a:accent6>
        <a:srgbClr val="FFD478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Hytera品牌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A308D"/>
      </a:accent1>
      <a:accent2>
        <a:srgbClr val="6392D3"/>
      </a:accent2>
      <a:accent3>
        <a:srgbClr val="404040"/>
      </a:accent3>
      <a:accent4>
        <a:srgbClr val="95B41E"/>
      </a:accent4>
      <a:accent5>
        <a:srgbClr val="FF8124"/>
      </a:accent5>
      <a:accent6>
        <a:srgbClr val="FFD478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8587</TotalTime>
  <Words>1088</Words>
  <Application>Microsoft Office PowerPoint</Application>
  <PresentationFormat>宽屏</PresentationFormat>
  <Paragraphs>290</Paragraphs>
  <Slides>40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等线</vt:lpstr>
      <vt:lpstr>等线 Light</vt:lpstr>
      <vt:lpstr>HarmonyOS Sans SC Light</vt:lpstr>
      <vt:lpstr>Microsoft YaHei</vt:lpstr>
      <vt:lpstr>Microsoft YaHei</vt:lpstr>
      <vt:lpstr>Microsoft YaHei Light</vt:lpstr>
      <vt:lpstr>阿里巴巴普惠体 2.0 55 Regular</vt:lpstr>
      <vt:lpstr>Arial</vt:lpstr>
      <vt:lpstr>Arial Narrow</vt:lpstr>
      <vt:lpstr>Bahnschrift Light Condensed</vt:lpstr>
      <vt:lpstr>Bahnschrift SemiCondensed</vt:lpstr>
      <vt:lpstr>Calibri</vt:lpstr>
      <vt:lpstr>Courier New</vt:lpstr>
      <vt:lpstr>Plus Jakarta Sans</vt:lpstr>
      <vt:lpstr>Office 主题​​</vt:lpstr>
      <vt:lpstr>自定义设计方案</vt:lpstr>
      <vt:lpstr>API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Jerome Cao</dc:creator>
  <cp:lastModifiedBy>Jiaying.Li 李佳盈</cp:lastModifiedBy>
  <cp:revision>65</cp:revision>
  <dcterms:created xsi:type="dcterms:W3CDTF">2024-02-29T10:24:39Z</dcterms:created>
  <dcterms:modified xsi:type="dcterms:W3CDTF">2025-12-23T09:38:39Z</dcterms:modified>
</cp:coreProperties>
</file>